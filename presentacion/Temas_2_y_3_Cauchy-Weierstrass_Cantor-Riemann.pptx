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Suma parcial</c:v>
                </c:pt>
              </c:strCache>
            </c:strRef>
          </c:tx>
          <c:spPr>
            <a:solidFill>
              <a:srgbClr val="1E6B66"/>
            </a:solidFill>
            <a:ln w="19050" cap="flat">
              <a:solidFill>
                <a:srgbClr val="1E6B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1E6B66"/>
              </a:solidFill>
              <a:ln w="9525" cap="flat">
                <a:solidFill>
                  <a:srgbClr val="1E6B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Sheet1!$A$2:$A$802</c:f>
              <c:multiLvlStrCache>
                <c:ptCount val="801"/>
                <c:lvl>
                  <c:pt idx="0">
                    <c:v>0.000</c:v>
                  </c:pt>
                  <c:pt idx="1">
                    <c:v>0.001</c:v>
                  </c:pt>
                  <c:pt idx="2">
                    <c:v>0.003</c:v>
                  </c:pt>
                  <c:pt idx="3">
                    <c:v>0.004</c:v>
                  </c:pt>
                  <c:pt idx="4">
                    <c:v>0.005</c:v>
                  </c:pt>
                  <c:pt idx="5">
                    <c:v>0.006</c:v>
                  </c:pt>
                  <c:pt idx="6">
                    <c:v>0.007</c:v>
                  </c:pt>
                  <c:pt idx="7">
                    <c:v>0.009</c:v>
                  </c:pt>
                  <c:pt idx="8">
                    <c:v>0.010</c:v>
                  </c:pt>
                  <c:pt idx="9">
                    <c:v>0.011</c:v>
                  </c:pt>
                  <c:pt idx="10">
                    <c:v>0.013</c:v>
                  </c:pt>
                  <c:pt idx="11">
                    <c:v>0.014</c:v>
                  </c:pt>
                  <c:pt idx="12">
                    <c:v>0.015</c:v>
                  </c:pt>
                  <c:pt idx="13">
                    <c:v>0.016</c:v>
                  </c:pt>
                  <c:pt idx="14">
                    <c:v>0.018</c:v>
                  </c:pt>
                  <c:pt idx="15">
                    <c:v>0.019</c:v>
                  </c:pt>
                  <c:pt idx="16">
                    <c:v>0.020</c:v>
                  </c:pt>
                  <c:pt idx="17">
                    <c:v>0.021</c:v>
                  </c:pt>
                  <c:pt idx="18">
                    <c:v>0.022</c:v>
                  </c:pt>
                  <c:pt idx="19">
                    <c:v>0.024</c:v>
                  </c:pt>
                  <c:pt idx="20">
                    <c:v>0.025</c:v>
                  </c:pt>
                  <c:pt idx="21">
                    <c:v>0.026</c:v>
                  </c:pt>
                  <c:pt idx="22">
                    <c:v>0.028</c:v>
                  </c:pt>
                  <c:pt idx="23">
                    <c:v>0.029</c:v>
                  </c:pt>
                  <c:pt idx="24">
                    <c:v>0.030</c:v>
                  </c:pt>
                  <c:pt idx="25">
                    <c:v>0.031</c:v>
                  </c:pt>
                  <c:pt idx="26">
                    <c:v>0.033</c:v>
                  </c:pt>
                  <c:pt idx="27">
                    <c:v>0.034</c:v>
                  </c:pt>
                  <c:pt idx="28">
                    <c:v>0.035</c:v>
                  </c:pt>
                  <c:pt idx="29">
                    <c:v>0.036</c:v>
                  </c:pt>
                  <c:pt idx="30">
                    <c:v>0.037</c:v>
                  </c:pt>
                  <c:pt idx="31">
                    <c:v>0.039</c:v>
                  </c:pt>
                  <c:pt idx="32">
                    <c:v>0.040</c:v>
                  </c:pt>
                  <c:pt idx="33">
                    <c:v>0.041</c:v>
                  </c:pt>
                  <c:pt idx="34">
                    <c:v>0.043</c:v>
                  </c:pt>
                  <c:pt idx="35">
                    <c:v>0.044</c:v>
                  </c:pt>
                  <c:pt idx="36">
                    <c:v>0.045</c:v>
                  </c:pt>
                  <c:pt idx="37">
                    <c:v>0.046</c:v>
                  </c:pt>
                  <c:pt idx="38">
                    <c:v>0.048</c:v>
                  </c:pt>
                  <c:pt idx="39">
                    <c:v>0.049</c:v>
                  </c:pt>
                  <c:pt idx="40">
                    <c:v>0.050</c:v>
                  </c:pt>
                  <c:pt idx="41">
                    <c:v>0.051</c:v>
                  </c:pt>
                  <c:pt idx="42">
                    <c:v>0.052</c:v>
                  </c:pt>
                  <c:pt idx="43">
                    <c:v>0.054</c:v>
                  </c:pt>
                  <c:pt idx="44">
                    <c:v>0.055</c:v>
                  </c:pt>
                  <c:pt idx="45">
                    <c:v>0.056</c:v>
                  </c:pt>
                  <c:pt idx="46">
                    <c:v>0.058</c:v>
                  </c:pt>
                  <c:pt idx="47">
                    <c:v>0.059</c:v>
                  </c:pt>
                  <c:pt idx="48">
                    <c:v>0.060</c:v>
                  </c:pt>
                  <c:pt idx="49">
                    <c:v>0.061</c:v>
                  </c:pt>
                  <c:pt idx="50">
                    <c:v>0.063</c:v>
                  </c:pt>
                  <c:pt idx="51">
                    <c:v>0.064</c:v>
                  </c:pt>
                  <c:pt idx="52">
                    <c:v>0.065</c:v>
                  </c:pt>
                  <c:pt idx="53">
                    <c:v>0.066</c:v>
                  </c:pt>
                  <c:pt idx="54">
                    <c:v>0.068</c:v>
                  </c:pt>
                  <c:pt idx="55">
                    <c:v>0.069</c:v>
                  </c:pt>
                  <c:pt idx="56">
                    <c:v>0.070</c:v>
                  </c:pt>
                  <c:pt idx="57">
                    <c:v>0.071</c:v>
                  </c:pt>
                  <c:pt idx="58">
                    <c:v>0.072</c:v>
                  </c:pt>
                  <c:pt idx="59">
                    <c:v>0.074</c:v>
                  </c:pt>
                  <c:pt idx="60">
                    <c:v>0.075</c:v>
                  </c:pt>
                  <c:pt idx="61">
                    <c:v>0.076</c:v>
                  </c:pt>
                  <c:pt idx="62">
                    <c:v>0.077</c:v>
                  </c:pt>
                  <c:pt idx="63">
                    <c:v>0.079</c:v>
                  </c:pt>
                  <c:pt idx="64">
                    <c:v>0.080</c:v>
                  </c:pt>
                  <c:pt idx="65">
                    <c:v>0.081</c:v>
                  </c:pt>
                  <c:pt idx="66">
                    <c:v>0.083</c:v>
                  </c:pt>
                  <c:pt idx="67">
                    <c:v>0.084</c:v>
                  </c:pt>
                  <c:pt idx="68">
                    <c:v>0.085</c:v>
                  </c:pt>
                  <c:pt idx="69">
                    <c:v>0.086</c:v>
                  </c:pt>
                  <c:pt idx="70">
                    <c:v>0.087</c:v>
                  </c:pt>
                  <c:pt idx="71">
                    <c:v>0.089</c:v>
                  </c:pt>
                  <c:pt idx="72">
                    <c:v>0.090</c:v>
                  </c:pt>
                  <c:pt idx="73">
                    <c:v>0.091</c:v>
                  </c:pt>
                  <c:pt idx="74">
                    <c:v>0.092</c:v>
                  </c:pt>
                  <c:pt idx="75">
                    <c:v>0.094</c:v>
                  </c:pt>
                  <c:pt idx="76">
                    <c:v>0.095</c:v>
                  </c:pt>
                  <c:pt idx="77">
                    <c:v>0.096</c:v>
                  </c:pt>
                  <c:pt idx="78">
                    <c:v>0.098</c:v>
                  </c:pt>
                  <c:pt idx="79">
                    <c:v>0.099</c:v>
                  </c:pt>
                  <c:pt idx="80">
                    <c:v>0.100</c:v>
                  </c:pt>
                  <c:pt idx="81">
                    <c:v>0.101</c:v>
                  </c:pt>
                  <c:pt idx="82">
                    <c:v>0.102</c:v>
                  </c:pt>
                  <c:pt idx="83">
                    <c:v>0.104</c:v>
                  </c:pt>
                  <c:pt idx="84">
                    <c:v>0.105</c:v>
                  </c:pt>
                  <c:pt idx="85">
                    <c:v>0.106</c:v>
                  </c:pt>
                  <c:pt idx="86">
                    <c:v>0.107</c:v>
                  </c:pt>
                  <c:pt idx="87">
                    <c:v>0.109</c:v>
                  </c:pt>
                  <c:pt idx="88">
                    <c:v>0.110</c:v>
                  </c:pt>
                  <c:pt idx="89">
                    <c:v>0.111</c:v>
                  </c:pt>
                  <c:pt idx="90">
                    <c:v>0.113</c:v>
                  </c:pt>
                  <c:pt idx="91">
                    <c:v>0.114</c:v>
                  </c:pt>
                  <c:pt idx="92">
                    <c:v>0.115</c:v>
                  </c:pt>
                  <c:pt idx="93">
                    <c:v>0.116</c:v>
                  </c:pt>
                  <c:pt idx="94">
                    <c:v>0.117</c:v>
                  </c:pt>
                  <c:pt idx="95">
                    <c:v>0.119</c:v>
                  </c:pt>
                  <c:pt idx="96">
                    <c:v>0.120</c:v>
                  </c:pt>
                  <c:pt idx="97">
                    <c:v>0.121</c:v>
                  </c:pt>
                  <c:pt idx="98">
                    <c:v>0.122</c:v>
                  </c:pt>
                  <c:pt idx="99">
                    <c:v>0.124</c:v>
                  </c:pt>
                  <c:pt idx="100">
                    <c:v>0.125</c:v>
                  </c:pt>
                  <c:pt idx="101">
                    <c:v>0.126</c:v>
                  </c:pt>
                  <c:pt idx="102">
                    <c:v>0.128</c:v>
                  </c:pt>
                  <c:pt idx="103">
                    <c:v>0.129</c:v>
                  </c:pt>
                  <c:pt idx="104">
                    <c:v>0.130</c:v>
                  </c:pt>
                  <c:pt idx="105">
                    <c:v>0.131</c:v>
                  </c:pt>
                  <c:pt idx="106">
                    <c:v>0.133</c:v>
                  </c:pt>
                  <c:pt idx="107">
                    <c:v>0.134</c:v>
                  </c:pt>
                  <c:pt idx="108">
                    <c:v>0.135</c:v>
                  </c:pt>
                  <c:pt idx="109">
                    <c:v>0.136</c:v>
                  </c:pt>
                  <c:pt idx="110">
                    <c:v>0.138</c:v>
                  </c:pt>
                  <c:pt idx="111">
                    <c:v>0.139</c:v>
                  </c:pt>
                  <c:pt idx="112">
                    <c:v>0.140</c:v>
                  </c:pt>
                  <c:pt idx="113">
                    <c:v>0.141</c:v>
                  </c:pt>
                  <c:pt idx="114">
                    <c:v>0.142</c:v>
                  </c:pt>
                  <c:pt idx="115">
                    <c:v>0.144</c:v>
                  </c:pt>
                  <c:pt idx="116">
                    <c:v>0.145</c:v>
                  </c:pt>
                  <c:pt idx="117">
                    <c:v>0.146</c:v>
                  </c:pt>
                  <c:pt idx="118">
                    <c:v>0.147</c:v>
                  </c:pt>
                  <c:pt idx="119">
                    <c:v>0.149</c:v>
                  </c:pt>
                  <c:pt idx="120">
                    <c:v>0.150</c:v>
                  </c:pt>
                  <c:pt idx="121">
                    <c:v>0.151</c:v>
                  </c:pt>
                  <c:pt idx="122">
                    <c:v>0.152</c:v>
                  </c:pt>
                  <c:pt idx="123">
                    <c:v>0.154</c:v>
                  </c:pt>
                  <c:pt idx="124">
                    <c:v>0.155</c:v>
                  </c:pt>
                  <c:pt idx="125">
                    <c:v>0.156</c:v>
                  </c:pt>
                  <c:pt idx="126">
                    <c:v>0.158</c:v>
                  </c:pt>
                  <c:pt idx="127">
                    <c:v>0.159</c:v>
                  </c:pt>
                  <c:pt idx="128">
                    <c:v>0.160</c:v>
                  </c:pt>
                  <c:pt idx="129">
                    <c:v>0.161</c:v>
                  </c:pt>
                  <c:pt idx="130">
                    <c:v>0.163</c:v>
                  </c:pt>
                  <c:pt idx="131">
                    <c:v>0.164</c:v>
                  </c:pt>
                  <c:pt idx="132">
                    <c:v>0.165</c:v>
                  </c:pt>
                  <c:pt idx="133">
                    <c:v>0.166</c:v>
                  </c:pt>
                  <c:pt idx="134">
                    <c:v>0.168</c:v>
                  </c:pt>
                  <c:pt idx="135">
                    <c:v>0.169</c:v>
                  </c:pt>
                  <c:pt idx="136">
                    <c:v>0.170</c:v>
                  </c:pt>
                  <c:pt idx="137">
                    <c:v>0.171</c:v>
                  </c:pt>
                  <c:pt idx="138">
                    <c:v>0.172</c:v>
                  </c:pt>
                  <c:pt idx="139">
                    <c:v>0.174</c:v>
                  </c:pt>
                  <c:pt idx="140">
                    <c:v>0.175</c:v>
                  </c:pt>
                  <c:pt idx="141">
                    <c:v>0.176</c:v>
                  </c:pt>
                  <c:pt idx="142">
                    <c:v>0.177</c:v>
                  </c:pt>
                  <c:pt idx="143">
                    <c:v>0.179</c:v>
                  </c:pt>
                  <c:pt idx="144">
                    <c:v>0.180</c:v>
                  </c:pt>
                  <c:pt idx="145">
                    <c:v>0.181</c:v>
                  </c:pt>
                  <c:pt idx="146">
                    <c:v>0.182</c:v>
                  </c:pt>
                  <c:pt idx="147">
                    <c:v>0.184</c:v>
                  </c:pt>
                  <c:pt idx="148">
                    <c:v>0.185</c:v>
                  </c:pt>
                  <c:pt idx="149">
                    <c:v>0.186</c:v>
                  </c:pt>
                  <c:pt idx="150">
                    <c:v>0.188</c:v>
                  </c:pt>
                  <c:pt idx="151">
                    <c:v>0.189</c:v>
                  </c:pt>
                  <c:pt idx="152">
                    <c:v>0.190</c:v>
                  </c:pt>
                  <c:pt idx="153">
                    <c:v>0.191</c:v>
                  </c:pt>
                  <c:pt idx="154">
                    <c:v>0.193</c:v>
                  </c:pt>
                  <c:pt idx="155">
                    <c:v>0.194</c:v>
                  </c:pt>
                  <c:pt idx="156">
                    <c:v>0.195</c:v>
                  </c:pt>
                  <c:pt idx="157">
                    <c:v>0.196</c:v>
                  </c:pt>
                  <c:pt idx="158">
                    <c:v>0.198</c:v>
                  </c:pt>
                  <c:pt idx="159">
                    <c:v>0.199</c:v>
                  </c:pt>
                  <c:pt idx="160">
                    <c:v>0.200</c:v>
                  </c:pt>
                  <c:pt idx="161">
                    <c:v>0.201</c:v>
                  </c:pt>
                  <c:pt idx="162">
                    <c:v>0.203</c:v>
                  </c:pt>
                  <c:pt idx="163">
                    <c:v>0.204</c:v>
                  </c:pt>
                  <c:pt idx="164">
                    <c:v>0.205</c:v>
                  </c:pt>
                  <c:pt idx="165">
                    <c:v>0.206</c:v>
                  </c:pt>
                  <c:pt idx="166">
                    <c:v>0.207</c:v>
                  </c:pt>
                  <c:pt idx="167">
                    <c:v>0.209</c:v>
                  </c:pt>
                  <c:pt idx="168">
                    <c:v>0.210</c:v>
                  </c:pt>
                  <c:pt idx="169">
                    <c:v>0.211</c:v>
                  </c:pt>
                  <c:pt idx="170">
                    <c:v>0.212</c:v>
                  </c:pt>
                  <c:pt idx="171">
                    <c:v>0.214</c:v>
                  </c:pt>
                  <c:pt idx="172">
                    <c:v>0.215</c:v>
                  </c:pt>
                  <c:pt idx="173">
                    <c:v>0.216</c:v>
                  </c:pt>
                  <c:pt idx="174">
                    <c:v>0.217</c:v>
                  </c:pt>
                  <c:pt idx="175">
                    <c:v>0.219</c:v>
                  </c:pt>
                  <c:pt idx="176">
                    <c:v>0.220</c:v>
                  </c:pt>
                  <c:pt idx="177">
                    <c:v>0.221</c:v>
                  </c:pt>
                  <c:pt idx="178">
                    <c:v>0.223</c:v>
                  </c:pt>
                  <c:pt idx="179">
                    <c:v>0.224</c:v>
                  </c:pt>
                  <c:pt idx="180">
                    <c:v>0.225</c:v>
                  </c:pt>
                  <c:pt idx="181">
                    <c:v>0.226</c:v>
                  </c:pt>
                  <c:pt idx="182">
                    <c:v>0.228</c:v>
                  </c:pt>
                  <c:pt idx="183">
                    <c:v>0.229</c:v>
                  </c:pt>
                  <c:pt idx="184">
                    <c:v>0.230</c:v>
                  </c:pt>
                  <c:pt idx="185">
                    <c:v>0.231</c:v>
                  </c:pt>
                  <c:pt idx="186">
                    <c:v>0.233</c:v>
                  </c:pt>
                  <c:pt idx="187">
                    <c:v>0.234</c:v>
                  </c:pt>
                  <c:pt idx="188">
                    <c:v>0.235</c:v>
                  </c:pt>
                  <c:pt idx="189">
                    <c:v>0.236</c:v>
                  </c:pt>
                  <c:pt idx="190">
                    <c:v>0.237</c:v>
                  </c:pt>
                  <c:pt idx="191">
                    <c:v>0.239</c:v>
                  </c:pt>
                  <c:pt idx="192">
                    <c:v>0.240</c:v>
                  </c:pt>
                  <c:pt idx="193">
                    <c:v>0.241</c:v>
                  </c:pt>
                  <c:pt idx="194">
                    <c:v>0.242</c:v>
                  </c:pt>
                  <c:pt idx="195">
                    <c:v>0.244</c:v>
                  </c:pt>
                  <c:pt idx="196">
                    <c:v>0.245</c:v>
                  </c:pt>
                  <c:pt idx="197">
                    <c:v>0.246</c:v>
                  </c:pt>
                  <c:pt idx="198">
                    <c:v>0.247</c:v>
                  </c:pt>
                  <c:pt idx="199">
                    <c:v>0.249</c:v>
                  </c:pt>
                  <c:pt idx="200">
                    <c:v>0.250</c:v>
                  </c:pt>
                  <c:pt idx="201">
                    <c:v>0.251</c:v>
                  </c:pt>
                  <c:pt idx="202">
                    <c:v>0.253</c:v>
                  </c:pt>
                  <c:pt idx="203">
                    <c:v>0.254</c:v>
                  </c:pt>
                  <c:pt idx="204">
                    <c:v>0.255</c:v>
                  </c:pt>
                  <c:pt idx="205">
                    <c:v>0.256</c:v>
                  </c:pt>
                  <c:pt idx="206">
                    <c:v>0.258</c:v>
                  </c:pt>
                  <c:pt idx="207">
                    <c:v>0.259</c:v>
                  </c:pt>
                  <c:pt idx="208">
                    <c:v>0.260</c:v>
                  </c:pt>
                  <c:pt idx="209">
                    <c:v>0.261</c:v>
                  </c:pt>
                  <c:pt idx="210">
                    <c:v>0.263</c:v>
                  </c:pt>
                  <c:pt idx="211">
                    <c:v>0.264</c:v>
                  </c:pt>
                  <c:pt idx="212">
                    <c:v>0.265</c:v>
                  </c:pt>
                  <c:pt idx="213">
                    <c:v>0.266</c:v>
                  </c:pt>
                  <c:pt idx="214">
                    <c:v>0.268</c:v>
                  </c:pt>
                  <c:pt idx="215">
                    <c:v>0.269</c:v>
                  </c:pt>
                  <c:pt idx="216">
                    <c:v>0.270</c:v>
                  </c:pt>
                  <c:pt idx="217">
                    <c:v>0.271</c:v>
                  </c:pt>
                  <c:pt idx="218">
                    <c:v>0.273</c:v>
                  </c:pt>
                  <c:pt idx="219">
                    <c:v>0.274</c:v>
                  </c:pt>
                  <c:pt idx="220">
                    <c:v>0.275</c:v>
                  </c:pt>
                  <c:pt idx="221">
                    <c:v>0.276</c:v>
                  </c:pt>
                  <c:pt idx="222">
                    <c:v>0.278</c:v>
                  </c:pt>
                  <c:pt idx="223">
                    <c:v>0.279</c:v>
                  </c:pt>
                  <c:pt idx="224">
                    <c:v>0.280</c:v>
                  </c:pt>
                  <c:pt idx="225">
                    <c:v>0.281</c:v>
                  </c:pt>
                  <c:pt idx="226">
                    <c:v>0.282</c:v>
                  </c:pt>
                  <c:pt idx="227">
                    <c:v>0.284</c:v>
                  </c:pt>
                  <c:pt idx="228">
                    <c:v>0.285</c:v>
                  </c:pt>
                  <c:pt idx="229">
                    <c:v>0.286</c:v>
                  </c:pt>
                  <c:pt idx="230">
                    <c:v>0.287</c:v>
                  </c:pt>
                  <c:pt idx="231">
                    <c:v>0.289</c:v>
                  </c:pt>
                  <c:pt idx="232">
                    <c:v>0.290</c:v>
                  </c:pt>
                  <c:pt idx="233">
                    <c:v>0.291</c:v>
                  </c:pt>
                  <c:pt idx="234">
                    <c:v>0.292</c:v>
                  </c:pt>
                  <c:pt idx="235">
                    <c:v>0.294</c:v>
                  </c:pt>
                  <c:pt idx="236">
                    <c:v>0.295</c:v>
                  </c:pt>
                  <c:pt idx="237">
                    <c:v>0.296</c:v>
                  </c:pt>
                  <c:pt idx="238">
                    <c:v>0.297</c:v>
                  </c:pt>
                  <c:pt idx="239">
                    <c:v>0.299</c:v>
                  </c:pt>
                  <c:pt idx="240">
                    <c:v>0.300</c:v>
                  </c:pt>
                  <c:pt idx="241">
                    <c:v>0.301</c:v>
                  </c:pt>
                  <c:pt idx="242">
                    <c:v>0.302</c:v>
                  </c:pt>
                  <c:pt idx="243">
                    <c:v>0.304</c:v>
                  </c:pt>
                  <c:pt idx="244">
                    <c:v>0.305</c:v>
                  </c:pt>
                  <c:pt idx="245">
                    <c:v>0.306</c:v>
                  </c:pt>
                  <c:pt idx="246">
                    <c:v>0.307</c:v>
                  </c:pt>
                  <c:pt idx="247">
                    <c:v>0.309</c:v>
                  </c:pt>
                  <c:pt idx="248">
                    <c:v>0.310</c:v>
                  </c:pt>
                  <c:pt idx="249">
                    <c:v>0.311</c:v>
                  </c:pt>
                  <c:pt idx="250">
                    <c:v>0.313</c:v>
                  </c:pt>
                  <c:pt idx="251">
                    <c:v>0.314</c:v>
                  </c:pt>
                  <c:pt idx="252">
                    <c:v>0.315</c:v>
                  </c:pt>
                  <c:pt idx="253">
                    <c:v>0.316</c:v>
                  </c:pt>
                  <c:pt idx="254">
                    <c:v>0.318</c:v>
                  </c:pt>
                  <c:pt idx="255">
                    <c:v>0.319</c:v>
                  </c:pt>
                  <c:pt idx="256">
                    <c:v>0.320</c:v>
                  </c:pt>
                  <c:pt idx="257">
                    <c:v>0.321</c:v>
                  </c:pt>
                  <c:pt idx="258">
                    <c:v>0.323</c:v>
                  </c:pt>
                  <c:pt idx="259">
                    <c:v>0.324</c:v>
                  </c:pt>
                  <c:pt idx="260">
                    <c:v>0.325</c:v>
                  </c:pt>
                  <c:pt idx="261">
                    <c:v>0.326</c:v>
                  </c:pt>
                  <c:pt idx="262">
                    <c:v>0.328</c:v>
                  </c:pt>
                  <c:pt idx="263">
                    <c:v>0.329</c:v>
                  </c:pt>
                  <c:pt idx="264">
                    <c:v>0.330</c:v>
                  </c:pt>
                  <c:pt idx="265">
                    <c:v>0.331</c:v>
                  </c:pt>
                  <c:pt idx="266">
                    <c:v>0.333</c:v>
                  </c:pt>
                  <c:pt idx="267">
                    <c:v>0.334</c:v>
                  </c:pt>
                  <c:pt idx="268">
                    <c:v>0.335</c:v>
                  </c:pt>
                  <c:pt idx="269">
                    <c:v>0.336</c:v>
                  </c:pt>
                  <c:pt idx="270">
                    <c:v>0.338</c:v>
                  </c:pt>
                  <c:pt idx="271">
                    <c:v>0.339</c:v>
                  </c:pt>
                  <c:pt idx="272">
                    <c:v>0.340</c:v>
                  </c:pt>
                  <c:pt idx="273">
                    <c:v>0.341</c:v>
                  </c:pt>
                  <c:pt idx="274">
                    <c:v>0.343</c:v>
                  </c:pt>
                  <c:pt idx="275">
                    <c:v>0.344</c:v>
                  </c:pt>
                  <c:pt idx="276">
                    <c:v>0.345</c:v>
                  </c:pt>
                  <c:pt idx="277">
                    <c:v>0.346</c:v>
                  </c:pt>
                  <c:pt idx="278">
                    <c:v>0.347</c:v>
                  </c:pt>
                  <c:pt idx="279">
                    <c:v>0.349</c:v>
                  </c:pt>
                  <c:pt idx="280">
                    <c:v>0.350</c:v>
                  </c:pt>
                  <c:pt idx="281">
                    <c:v>0.351</c:v>
                  </c:pt>
                  <c:pt idx="282">
                    <c:v>0.352</c:v>
                  </c:pt>
                  <c:pt idx="283">
                    <c:v>0.354</c:v>
                  </c:pt>
                  <c:pt idx="284">
                    <c:v>0.355</c:v>
                  </c:pt>
                  <c:pt idx="285">
                    <c:v>0.356</c:v>
                  </c:pt>
                  <c:pt idx="286">
                    <c:v>0.357</c:v>
                  </c:pt>
                  <c:pt idx="287">
                    <c:v>0.359</c:v>
                  </c:pt>
                  <c:pt idx="288">
                    <c:v>0.360</c:v>
                  </c:pt>
                  <c:pt idx="289">
                    <c:v>0.361</c:v>
                  </c:pt>
                  <c:pt idx="290">
                    <c:v>0.362</c:v>
                  </c:pt>
                  <c:pt idx="291">
                    <c:v>0.364</c:v>
                  </c:pt>
                  <c:pt idx="292">
                    <c:v>0.365</c:v>
                  </c:pt>
                  <c:pt idx="293">
                    <c:v>0.366</c:v>
                  </c:pt>
                  <c:pt idx="294">
                    <c:v>0.367</c:v>
                  </c:pt>
                  <c:pt idx="295">
                    <c:v>0.369</c:v>
                  </c:pt>
                  <c:pt idx="296">
                    <c:v>0.370</c:v>
                  </c:pt>
                  <c:pt idx="297">
                    <c:v>0.371</c:v>
                  </c:pt>
                  <c:pt idx="298">
                    <c:v>0.372</c:v>
                  </c:pt>
                  <c:pt idx="299">
                    <c:v>0.374</c:v>
                  </c:pt>
                  <c:pt idx="300">
                    <c:v>0.375</c:v>
                  </c:pt>
                  <c:pt idx="301">
                    <c:v>0.376</c:v>
                  </c:pt>
                  <c:pt idx="302">
                    <c:v>0.378</c:v>
                  </c:pt>
                  <c:pt idx="303">
                    <c:v>0.379</c:v>
                  </c:pt>
                  <c:pt idx="304">
                    <c:v>0.380</c:v>
                  </c:pt>
                  <c:pt idx="305">
                    <c:v>0.381</c:v>
                  </c:pt>
                  <c:pt idx="306">
                    <c:v>0.383</c:v>
                  </c:pt>
                  <c:pt idx="307">
                    <c:v>0.384</c:v>
                  </c:pt>
                  <c:pt idx="308">
                    <c:v>0.385</c:v>
                  </c:pt>
                  <c:pt idx="309">
                    <c:v>0.386</c:v>
                  </c:pt>
                  <c:pt idx="310">
                    <c:v>0.388</c:v>
                  </c:pt>
                  <c:pt idx="311">
                    <c:v>0.389</c:v>
                  </c:pt>
                  <c:pt idx="312">
                    <c:v>0.390</c:v>
                  </c:pt>
                  <c:pt idx="313">
                    <c:v>0.391</c:v>
                  </c:pt>
                  <c:pt idx="314">
                    <c:v>0.393</c:v>
                  </c:pt>
                  <c:pt idx="315">
                    <c:v>0.394</c:v>
                  </c:pt>
                  <c:pt idx="316">
                    <c:v>0.395</c:v>
                  </c:pt>
                  <c:pt idx="317">
                    <c:v>0.396</c:v>
                  </c:pt>
                  <c:pt idx="318">
                    <c:v>0.398</c:v>
                  </c:pt>
                  <c:pt idx="319">
                    <c:v>0.399</c:v>
                  </c:pt>
                  <c:pt idx="320">
                    <c:v>0.400</c:v>
                  </c:pt>
                  <c:pt idx="321">
                    <c:v>0.401</c:v>
                  </c:pt>
                  <c:pt idx="322">
                    <c:v>0.403</c:v>
                  </c:pt>
                  <c:pt idx="323">
                    <c:v>0.404</c:v>
                  </c:pt>
                  <c:pt idx="324">
                    <c:v>0.405</c:v>
                  </c:pt>
                  <c:pt idx="325">
                    <c:v>0.406</c:v>
                  </c:pt>
                  <c:pt idx="326">
                    <c:v>0.407</c:v>
                  </c:pt>
                  <c:pt idx="327">
                    <c:v>0.409</c:v>
                  </c:pt>
                  <c:pt idx="328">
                    <c:v>0.410</c:v>
                  </c:pt>
                  <c:pt idx="329">
                    <c:v>0.411</c:v>
                  </c:pt>
                  <c:pt idx="330">
                    <c:v>0.412</c:v>
                  </c:pt>
                  <c:pt idx="331">
                    <c:v>0.414</c:v>
                  </c:pt>
                  <c:pt idx="332">
                    <c:v>0.415</c:v>
                  </c:pt>
                  <c:pt idx="333">
                    <c:v>0.416</c:v>
                  </c:pt>
                  <c:pt idx="334">
                    <c:v>0.417</c:v>
                  </c:pt>
                  <c:pt idx="335">
                    <c:v>0.419</c:v>
                  </c:pt>
                  <c:pt idx="336">
                    <c:v>0.420</c:v>
                  </c:pt>
                  <c:pt idx="337">
                    <c:v>0.421</c:v>
                  </c:pt>
                  <c:pt idx="338">
                    <c:v>0.422</c:v>
                  </c:pt>
                  <c:pt idx="339">
                    <c:v>0.424</c:v>
                  </c:pt>
                  <c:pt idx="340">
                    <c:v>0.425</c:v>
                  </c:pt>
                  <c:pt idx="341">
                    <c:v>0.426</c:v>
                  </c:pt>
                  <c:pt idx="342">
                    <c:v>0.427</c:v>
                  </c:pt>
                  <c:pt idx="343">
                    <c:v>0.429</c:v>
                  </c:pt>
                  <c:pt idx="344">
                    <c:v>0.430</c:v>
                  </c:pt>
                  <c:pt idx="345">
                    <c:v>0.431</c:v>
                  </c:pt>
                  <c:pt idx="346">
                    <c:v>0.432</c:v>
                  </c:pt>
                  <c:pt idx="347">
                    <c:v>0.434</c:v>
                  </c:pt>
                  <c:pt idx="348">
                    <c:v>0.435</c:v>
                  </c:pt>
                  <c:pt idx="349">
                    <c:v>0.436</c:v>
                  </c:pt>
                  <c:pt idx="350">
                    <c:v>0.438</c:v>
                  </c:pt>
                  <c:pt idx="351">
                    <c:v>0.439</c:v>
                  </c:pt>
                  <c:pt idx="352">
                    <c:v>0.440</c:v>
                  </c:pt>
                  <c:pt idx="353">
                    <c:v>0.441</c:v>
                  </c:pt>
                  <c:pt idx="354">
                    <c:v>0.443</c:v>
                  </c:pt>
                  <c:pt idx="355">
                    <c:v>0.444</c:v>
                  </c:pt>
                  <c:pt idx="356">
                    <c:v>0.445</c:v>
                  </c:pt>
                  <c:pt idx="357">
                    <c:v>0.446</c:v>
                  </c:pt>
                  <c:pt idx="358">
                    <c:v>0.448</c:v>
                  </c:pt>
                  <c:pt idx="359">
                    <c:v>0.449</c:v>
                  </c:pt>
                  <c:pt idx="360">
                    <c:v>0.450</c:v>
                  </c:pt>
                  <c:pt idx="361">
                    <c:v>0.451</c:v>
                  </c:pt>
                  <c:pt idx="362">
                    <c:v>0.453</c:v>
                  </c:pt>
                  <c:pt idx="363">
                    <c:v>0.454</c:v>
                  </c:pt>
                  <c:pt idx="364">
                    <c:v>0.455</c:v>
                  </c:pt>
                  <c:pt idx="365">
                    <c:v>0.456</c:v>
                  </c:pt>
                  <c:pt idx="366">
                    <c:v>0.458</c:v>
                  </c:pt>
                  <c:pt idx="367">
                    <c:v>0.459</c:v>
                  </c:pt>
                  <c:pt idx="368">
                    <c:v>0.460</c:v>
                  </c:pt>
                  <c:pt idx="369">
                    <c:v>0.461</c:v>
                  </c:pt>
                  <c:pt idx="370">
                    <c:v>0.463</c:v>
                  </c:pt>
                  <c:pt idx="371">
                    <c:v>0.464</c:v>
                  </c:pt>
                  <c:pt idx="372">
                    <c:v>0.465</c:v>
                  </c:pt>
                  <c:pt idx="373">
                    <c:v>0.466</c:v>
                  </c:pt>
                  <c:pt idx="374">
                    <c:v>0.468</c:v>
                  </c:pt>
                  <c:pt idx="375">
                    <c:v>0.469</c:v>
                  </c:pt>
                  <c:pt idx="376">
                    <c:v>0.470</c:v>
                  </c:pt>
                  <c:pt idx="377">
                    <c:v>0.471</c:v>
                  </c:pt>
                  <c:pt idx="378">
                    <c:v>0.472</c:v>
                  </c:pt>
                  <c:pt idx="379">
                    <c:v>0.474</c:v>
                  </c:pt>
                  <c:pt idx="380">
                    <c:v>0.475</c:v>
                  </c:pt>
                  <c:pt idx="381">
                    <c:v>0.476</c:v>
                  </c:pt>
                  <c:pt idx="382">
                    <c:v>0.477</c:v>
                  </c:pt>
                  <c:pt idx="383">
                    <c:v>0.479</c:v>
                  </c:pt>
                  <c:pt idx="384">
                    <c:v>0.480</c:v>
                  </c:pt>
                  <c:pt idx="385">
                    <c:v>0.481</c:v>
                  </c:pt>
                  <c:pt idx="386">
                    <c:v>0.482</c:v>
                  </c:pt>
                  <c:pt idx="387">
                    <c:v>0.484</c:v>
                  </c:pt>
                  <c:pt idx="388">
                    <c:v>0.485</c:v>
                  </c:pt>
                  <c:pt idx="389">
                    <c:v>0.486</c:v>
                  </c:pt>
                  <c:pt idx="390">
                    <c:v>0.487</c:v>
                  </c:pt>
                  <c:pt idx="391">
                    <c:v>0.489</c:v>
                  </c:pt>
                  <c:pt idx="392">
                    <c:v>0.490</c:v>
                  </c:pt>
                  <c:pt idx="393">
                    <c:v>0.491</c:v>
                  </c:pt>
                  <c:pt idx="394">
                    <c:v>0.492</c:v>
                  </c:pt>
                  <c:pt idx="395">
                    <c:v>0.494</c:v>
                  </c:pt>
                  <c:pt idx="396">
                    <c:v>0.495</c:v>
                  </c:pt>
                  <c:pt idx="397">
                    <c:v>0.496</c:v>
                  </c:pt>
                  <c:pt idx="398">
                    <c:v>0.497</c:v>
                  </c:pt>
                  <c:pt idx="399">
                    <c:v>0.499</c:v>
                  </c:pt>
                  <c:pt idx="400">
                    <c:v>0.500</c:v>
                  </c:pt>
                  <c:pt idx="401">
                    <c:v>0.501</c:v>
                  </c:pt>
                  <c:pt idx="402">
                    <c:v>0.502</c:v>
                  </c:pt>
                  <c:pt idx="403">
                    <c:v>0.504</c:v>
                  </c:pt>
                  <c:pt idx="404">
                    <c:v>0.505</c:v>
                  </c:pt>
                  <c:pt idx="405">
                    <c:v>0.506</c:v>
                  </c:pt>
                  <c:pt idx="406">
                    <c:v>0.507</c:v>
                  </c:pt>
                  <c:pt idx="407">
                    <c:v>0.509</c:v>
                  </c:pt>
                  <c:pt idx="408">
                    <c:v>0.510</c:v>
                  </c:pt>
                  <c:pt idx="409">
                    <c:v>0.511</c:v>
                  </c:pt>
                  <c:pt idx="410">
                    <c:v>0.512</c:v>
                  </c:pt>
                  <c:pt idx="411">
                    <c:v>0.514</c:v>
                  </c:pt>
                  <c:pt idx="412">
                    <c:v>0.515</c:v>
                  </c:pt>
                  <c:pt idx="413">
                    <c:v>0.516</c:v>
                  </c:pt>
                  <c:pt idx="414">
                    <c:v>0.517</c:v>
                  </c:pt>
                  <c:pt idx="415">
                    <c:v>0.519</c:v>
                  </c:pt>
                  <c:pt idx="416">
                    <c:v>0.520</c:v>
                  </c:pt>
                  <c:pt idx="417">
                    <c:v>0.521</c:v>
                  </c:pt>
                  <c:pt idx="418">
                    <c:v>0.522</c:v>
                  </c:pt>
                  <c:pt idx="419">
                    <c:v>0.524</c:v>
                  </c:pt>
                  <c:pt idx="420">
                    <c:v>0.525</c:v>
                  </c:pt>
                  <c:pt idx="421">
                    <c:v>0.526</c:v>
                  </c:pt>
                  <c:pt idx="422">
                    <c:v>0.527</c:v>
                  </c:pt>
                  <c:pt idx="423">
                    <c:v>0.529</c:v>
                  </c:pt>
                  <c:pt idx="424">
                    <c:v>0.530</c:v>
                  </c:pt>
                  <c:pt idx="425">
                    <c:v>0.531</c:v>
                  </c:pt>
                  <c:pt idx="426">
                    <c:v>0.532</c:v>
                  </c:pt>
                  <c:pt idx="427">
                    <c:v>0.534</c:v>
                  </c:pt>
                  <c:pt idx="428">
                    <c:v>0.535</c:v>
                  </c:pt>
                  <c:pt idx="429">
                    <c:v>0.536</c:v>
                  </c:pt>
                  <c:pt idx="430">
                    <c:v>0.537</c:v>
                  </c:pt>
                  <c:pt idx="431">
                    <c:v>0.539</c:v>
                  </c:pt>
                  <c:pt idx="432">
                    <c:v>0.540</c:v>
                  </c:pt>
                  <c:pt idx="433">
                    <c:v>0.541</c:v>
                  </c:pt>
                  <c:pt idx="434">
                    <c:v>0.542</c:v>
                  </c:pt>
                  <c:pt idx="435">
                    <c:v>0.544</c:v>
                  </c:pt>
                  <c:pt idx="436">
                    <c:v>0.545</c:v>
                  </c:pt>
                  <c:pt idx="437">
                    <c:v>0.546</c:v>
                  </c:pt>
                  <c:pt idx="438">
                    <c:v>0.547</c:v>
                  </c:pt>
                  <c:pt idx="439">
                    <c:v>0.549</c:v>
                  </c:pt>
                  <c:pt idx="440">
                    <c:v>0.550</c:v>
                  </c:pt>
                  <c:pt idx="441">
                    <c:v>0.551</c:v>
                  </c:pt>
                  <c:pt idx="442">
                    <c:v>0.552</c:v>
                  </c:pt>
                  <c:pt idx="443">
                    <c:v>0.554</c:v>
                  </c:pt>
                  <c:pt idx="444">
                    <c:v>0.555</c:v>
                  </c:pt>
                  <c:pt idx="445">
                    <c:v>0.556</c:v>
                  </c:pt>
                  <c:pt idx="446">
                    <c:v>0.557</c:v>
                  </c:pt>
                  <c:pt idx="447">
                    <c:v>0.559</c:v>
                  </c:pt>
                  <c:pt idx="448">
                    <c:v>0.560</c:v>
                  </c:pt>
                  <c:pt idx="449">
                    <c:v>0.561</c:v>
                  </c:pt>
                  <c:pt idx="450">
                    <c:v>0.563</c:v>
                  </c:pt>
                  <c:pt idx="451">
                    <c:v>0.564</c:v>
                  </c:pt>
                  <c:pt idx="452">
                    <c:v>0.565</c:v>
                  </c:pt>
                  <c:pt idx="453">
                    <c:v>0.566</c:v>
                  </c:pt>
                  <c:pt idx="454">
                    <c:v>0.568</c:v>
                  </c:pt>
                  <c:pt idx="455">
                    <c:v>0.569</c:v>
                  </c:pt>
                  <c:pt idx="456">
                    <c:v>0.570</c:v>
                  </c:pt>
                  <c:pt idx="457">
                    <c:v>0.571</c:v>
                  </c:pt>
                  <c:pt idx="458">
                    <c:v>0.573</c:v>
                  </c:pt>
                  <c:pt idx="459">
                    <c:v>0.574</c:v>
                  </c:pt>
                  <c:pt idx="460">
                    <c:v>0.575</c:v>
                  </c:pt>
                  <c:pt idx="461">
                    <c:v>0.576</c:v>
                  </c:pt>
                  <c:pt idx="462">
                    <c:v>0.578</c:v>
                  </c:pt>
                  <c:pt idx="463">
                    <c:v>0.579</c:v>
                  </c:pt>
                  <c:pt idx="464">
                    <c:v>0.580</c:v>
                  </c:pt>
                  <c:pt idx="465">
                    <c:v>0.581</c:v>
                  </c:pt>
                  <c:pt idx="466">
                    <c:v>0.583</c:v>
                  </c:pt>
                  <c:pt idx="467">
                    <c:v>0.584</c:v>
                  </c:pt>
                  <c:pt idx="468">
                    <c:v>0.585</c:v>
                  </c:pt>
                  <c:pt idx="469">
                    <c:v>0.586</c:v>
                  </c:pt>
                  <c:pt idx="470">
                    <c:v>0.588</c:v>
                  </c:pt>
                  <c:pt idx="471">
                    <c:v>0.589</c:v>
                  </c:pt>
                  <c:pt idx="472">
                    <c:v>0.590</c:v>
                  </c:pt>
                  <c:pt idx="473">
                    <c:v>0.591</c:v>
                  </c:pt>
                  <c:pt idx="474">
                    <c:v>0.593</c:v>
                  </c:pt>
                  <c:pt idx="475">
                    <c:v>0.594</c:v>
                  </c:pt>
                  <c:pt idx="476">
                    <c:v>0.595</c:v>
                  </c:pt>
                  <c:pt idx="477">
                    <c:v>0.596</c:v>
                  </c:pt>
                  <c:pt idx="478">
                    <c:v>0.598</c:v>
                  </c:pt>
                  <c:pt idx="479">
                    <c:v>0.599</c:v>
                  </c:pt>
                  <c:pt idx="480">
                    <c:v>0.600</c:v>
                  </c:pt>
                  <c:pt idx="481">
                    <c:v>0.601</c:v>
                  </c:pt>
                  <c:pt idx="482">
                    <c:v>0.603</c:v>
                  </c:pt>
                  <c:pt idx="483">
                    <c:v>0.604</c:v>
                  </c:pt>
                  <c:pt idx="484">
                    <c:v>0.605</c:v>
                  </c:pt>
                  <c:pt idx="485">
                    <c:v>0.606</c:v>
                  </c:pt>
                  <c:pt idx="486">
                    <c:v>0.608</c:v>
                  </c:pt>
                  <c:pt idx="487">
                    <c:v>0.609</c:v>
                  </c:pt>
                  <c:pt idx="488">
                    <c:v>0.610</c:v>
                  </c:pt>
                  <c:pt idx="489">
                    <c:v>0.611</c:v>
                  </c:pt>
                  <c:pt idx="490">
                    <c:v>0.613</c:v>
                  </c:pt>
                  <c:pt idx="491">
                    <c:v>0.614</c:v>
                  </c:pt>
                  <c:pt idx="492">
                    <c:v>0.615</c:v>
                  </c:pt>
                  <c:pt idx="493">
                    <c:v>0.616</c:v>
                  </c:pt>
                  <c:pt idx="494">
                    <c:v>0.618</c:v>
                  </c:pt>
                  <c:pt idx="495">
                    <c:v>0.619</c:v>
                  </c:pt>
                  <c:pt idx="496">
                    <c:v>0.620</c:v>
                  </c:pt>
                  <c:pt idx="497">
                    <c:v>0.621</c:v>
                  </c:pt>
                  <c:pt idx="498">
                    <c:v>0.623</c:v>
                  </c:pt>
                  <c:pt idx="499">
                    <c:v>0.624</c:v>
                  </c:pt>
                  <c:pt idx="500">
                    <c:v>0.625</c:v>
                  </c:pt>
                  <c:pt idx="501">
                    <c:v>0.626</c:v>
                  </c:pt>
                  <c:pt idx="502">
                    <c:v>0.627</c:v>
                  </c:pt>
                  <c:pt idx="503">
                    <c:v>0.629</c:v>
                  </c:pt>
                  <c:pt idx="504">
                    <c:v>0.630</c:v>
                  </c:pt>
                  <c:pt idx="505">
                    <c:v>0.631</c:v>
                  </c:pt>
                  <c:pt idx="506">
                    <c:v>0.632</c:v>
                  </c:pt>
                  <c:pt idx="507">
                    <c:v>0.634</c:v>
                  </c:pt>
                  <c:pt idx="508">
                    <c:v>0.635</c:v>
                  </c:pt>
                  <c:pt idx="509">
                    <c:v>0.636</c:v>
                  </c:pt>
                  <c:pt idx="510">
                    <c:v>0.637</c:v>
                  </c:pt>
                  <c:pt idx="511">
                    <c:v>0.639</c:v>
                  </c:pt>
                  <c:pt idx="512">
                    <c:v>0.640</c:v>
                  </c:pt>
                  <c:pt idx="513">
                    <c:v>0.641</c:v>
                  </c:pt>
                  <c:pt idx="514">
                    <c:v>0.642</c:v>
                  </c:pt>
                  <c:pt idx="515">
                    <c:v>0.644</c:v>
                  </c:pt>
                  <c:pt idx="516">
                    <c:v>0.645</c:v>
                  </c:pt>
                  <c:pt idx="517">
                    <c:v>0.646</c:v>
                  </c:pt>
                  <c:pt idx="518">
                    <c:v>0.647</c:v>
                  </c:pt>
                  <c:pt idx="519">
                    <c:v>0.649</c:v>
                  </c:pt>
                  <c:pt idx="520">
                    <c:v>0.650</c:v>
                  </c:pt>
                  <c:pt idx="521">
                    <c:v>0.651</c:v>
                  </c:pt>
                  <c:pt idx="522">
                    <c:v>0.652</c:v>
                  </c:pt>
                  <c:pt idx="523">
                    <c:v>0.654</c:v>
                  </c:pt>
                  <c:pt idx="524">
                    <c:v>0.655</c:v>
                  </c:pt>
                  <c:pt idx="525">
                    <c:v>0.656</c:v>
                  </c:pt>
                  <c:pt idx="526">
                    <c:v>0.657</c:v>
                  </c:pt>
                  <c:pt idx="527">
                    <c:v>0.659</c:v>
                  </c:pt>
                  <c:pt idx="528">
                    <c:v>0.660</c:v>
                  </c:pt>
                  <c:pt idx="529">
                    <c:v>0.661</c:v>
                  </c:pt>
                  <c:pt idx="530">
                    <c:v>0.662</c:v>
                  </c:pt>
                  <c:pt idx="531">
                    <c:v>0.664</c:v>
                  </c:pt>
                  <c:pt idx="532">
                    <c:v>0.665</c:v>
                  </c:pt>
                  <c:pt idx="533">
                    <c:v>0.666</c:v>
                  </c:pt>
                  <c:pt idx="534">
                    <c:v>0.667</c:v>
                  </c:pt>
                  <c:pt idx="535">
                    <c:v>0.669</c:v>
                  </c:pt>
                  <c:pt idx="536">
                    <c:v>0.670</c:v>
                  </c:pt>
                  <c:pt idx="537">
                    <c:v>0.671</c:v>
                  </c:pt>
                  <c:pt idx="538">
                    <c:v>0.672</c:v>
                  </c:pt>
                  <c:pt idx="539">
                    <c:v>0.674</c:v>
                  </c:pt>
                  <c:pt idx="540">
                    <c:v>0.675</c:v>
                  </c:pt>
                  <c:pt idx="541">
                    <c:v>0.676</c:v>
                  </c:pt>
                  <c:pt idx="542">
                    <c:v>0.677</c:v>
                  </c:pt>
                  <c:pt idx="543">
                    <c:v>0.679</c:v>
                  </c:pt>
                  <c:pt idx="544">
                    <c:v>0.680</c:v>
                  </c:pt>
                  <c:pt idx="545">
                    <c:v>0.681</c:v>
                  </c:pt>
                  <c:pt idx="546">
                    <c:v>0.682</c:v>
                  </c:pt>
                  <c:pt idx="547">
                    <c:v>0.684</c:v>
                  </c:pt>
                  <c:pt idx="548">
                    <c:v>0.685</c:v>
                  </c:pt>
                  <c:pt idx="549">
                    <c:v>0.686</c:v>
                  </c:pt>
                  <c:pt idx="550">
                    <c:v>0.688</c:v>
                  </c:pt>
                  <c:pt idx="551">
                    <c:v>0.689</c:v>
                  </c:pt>
                  <c:pt idx="552">
                    <c:v>0.690</c:v>
                  </c:pt>
                  <c:pt idx="553">
                    <c:v>0.691</c:v>
                  </c:pt>
                  <c:pt idx="554">
                    <c:v>0.693</c:v>
                  </c:pt>
                  <c:pt idx="555">
                    <c:v>0.694</c:v>
                  </c:pt>
                  <c:pt idx="556">
                    <c:v>0.695</c:v>
                  </c:pt>
                  <c:pt idx="557">
                    <c:v>0.696</c:v>
                  </c:pt>
                  <c:pt idx="558">
                    <c:v>0.698</c:v>
                  </c:pt>
                  <c:pt idx="559">
                    <c:v>0.699</c:v>
                  </c:pt>
                  <c:pt idx="560">
                    <c:v>0.700</c:v>
                  </c:pt>
                  <c:pt idx="561">
                    <c:v>0.701</c:v>
                  </c:pt>
                  <c:pt idx="562">
                    <c:v>0.703</c:v>
                  </c:pt>
                  <c:pt idx="563">
                    <c:v>0.704</c:v>
                  </c:pt>
                  <c:pt idx="564">
                    <c:v>0.705</c:v>
                  </c:pt>
                  <c:pt idx="565">
                    <c:v>0.706</c:v>
                  </c:pt>
                  <c:pt idx="566">
                    <c:v>0.708</c:v>
                  </c:pt>
                  <c:pt idx="567">
                    <c:v>0.709</c:v>
                  </c:pt>
                  <c:pt idx="568">
                    <c:v>0.710</c:v>
                  </c:pt>
                  <c:pt idx="569">
                    <c:v>0.711</c:v>
                  </c:pt>
                  <c:pt idx="570">
                    <c:v>0.713</c:v>
                  </c:pt>
                  <c:pt idx="571">
                    <c:v>0.714</c:v>
                  </c:pt>
                  <c:pt idx="572">
                    <c:v>0.715</c:v>
                  </c:pt>
                  <c:pt idx="573">
                    <c:v>0.716</c:v>
                  </c:pt>
                  <c:pt idx="574">
                    <c:v>0.718</c:v>
                  </c:pt>
                  <c:pt idx="575">
                    <c:v>0.719</c:v>
                  </c:pt>
                  <c:pt idx="576">
                    <c:v>0.720</c:v>
                  </c:pt>
                  <c:pt idx="577">
                    <c:v>0.721</c:v>
                  </c:pt>
                  <c:pt idx="578">
                    <c:v>0.723</c:v>
                  </c:pt>
                  <c:pt idx="579">
                    <c:v>0.724</c:v>
                  </c:pt>
                  <c:pt idx="580">
                    <c:v>0.725</c:v>
                  </c:pt>
                  <c:pt idx="581">
                    <c:v>0.726</c:v>
                  </c:pt>
                  <c:pt idx="582">
                    <c:v>0.728</c:v>
                  </c:pt>
                  <c:pt idx="583">
                    <c:v>0.729</c:v>
                  </c:pt>
                  <c:pt idx="584">
                    <c:v>0.730</c:v>
                  </c:pt>
                  <c:pt idx="585">
                    <c:v>0.731</c:v>
                  </c:pt>
                  <c:pt idx="586">
                    <c:v>0.733</c:v>
                  </c:pt>
                  <c:pt idx="587">
                    <c:v>0.734</c:v>
                  </c:pt>
                  <c:pt idx="588">
                    <c:v>0.735</c:v>
                  </c:pt>
                  <c:pt idx="589">
                    <c:v>0.736</c:v>
                  </c:pt>
                  <c:pt idx="590">
                    <c:v>0.738</c:v>
                  </c:pt>
                  <c:pt idx="591">
                    <c:v>0.739</c:v>
                  </c:pt>
                  <c:pt idx="592">
                    <c:v>0.740</c:v>
                  </c:pt>
                  <c:pt idx="593">
                    <c:v>0.741</c:v>
                  </c:pt>
                  <c:pt idx="594">
                    <c:v>0.743</c:v>
                  </c:pt>
                  <c:pt idx="595">
                    <c:v>0.744</c:v>
                  </c:pt>
                  <c:pt idx="596">
                    <c:v>0.745</c:v>
                  </c:pt>
                  <c:pt idx="597">
                    <c:v>0.746</c:v>
                  </c:pt>
                  <c:pt idx="598">
                    <c:v>0.748</c:v>
                  </c:pt>
                  <c:pt idx="599">
                    <c:v>0.749</c:v>
                  </c:pt>
                  <c:pt idx="600">
                    <c:v>0.750</c:v>
                  </c:pt>
                  <c:pt idx="601">
                    <c:v>0.751</c:v>
                  </c:pt>
                  <c:pt idx="602">
                    <c:v>0.752</c:v>
                  </c:pt>
                  <c:pt idx="603">
                    <c:v>0.754</c:v>
                  </c:pt>
                  <c:pt idx="604">
                    <c:v>0.755</c:v>
                  </c:pt>
                  <c:pt idx="605">
                    <c:v>0.756</c:v>
                  </c:pt>
                  <c:pt idx="606">
                    <c:v>0.757</c:v>
                  </c:pt>
                  <c:pt idx="607">
                    <c:v>0.759</c:v>
                  </c:pt>
                  <c:pt idx="608">
                    <c:v>0.760</c:v>
                  </c:pt>
                  <c:pt idx="609">
                    <c:v>0.761</c:v>
                  </c:pt>
                  <c:pt idx="610">
                    <c:v>0.762</c:v>
                  </c:pt>
                  <c:pt idx="611">
                    <c:v>0.764</c:v>
                  </c:pt>
                  <c:pt idx="612">
                    <c:v>0.765</c:v>
                  </c:pt>
                  <c:pt idx="613">
                    <c:v>0.766</c:v>
                  </c:pt>
                  <c:pt idx="614">
                    <c:v>0.767</c:v>
                  </c:pt>
                  <c:pt idx="615">
                    <c:v>0.769</c:v>
                  </c:pt>
                  <c:pt idx="616">
                    <c:v>0.770</c:v>
                  </c:pt>
                  <c:pt idx="617">
                    <c:v>0.771</c:v>
                  </c:pt>
                  <c:pt idx="618">
                    <c:v>0.772</c:v>
                  </c:pt>
                  <c:pt idx="619">
                    <c:v>0.774</c:v>
                  </c:pt>
                  <c:pt idx="620">
                    <c:v>0.775</c:v>
                  </c:pt>
                  <c:pt idx="621">
                    <c:v>0.776</c:v>
                  </c:pt>
                  <c:pt idx="622">
                    <c:v>0.777</c:v>
                  </c:pt>
                  <c:pt idx="623">
                    <c:v>0.779</c:v>
                  </c:pt>
                  <c:pt idx="624">
                    <c:v>0.780</c:v>
                  </c:pt>
                  <c:pt idx="625">
                    <c:v>0.781</c:v>
                  </c:pt>
                  <c:pt idx="626">
                    <c:v>0.782</c:v>
                  </c:pt>
                  <c:pt idx="627">
                    <c:v>0.784</c:v>
                  </c:pt>
                  <c:pt idx="628">
                    <c:v>0.785</c:v>
                  </c:pt>
                  <c:pt idx="629">
                    <c:v>0.786</c:v>
                  </c:pt>
                  <c:pt idx="630">
                    <c:v>0.787</c:v>
                  </c:pt>
                  <c:pt idx="631">
                    <c:v>0.789</c:v>
                  </c:pt>
                  <c:pt idx="632">
                    <c:v>0.790</c:v>
                  </c:pt>
                  <c:pt idx="633">
                    <c:v>0.791</c:v>
                  </c:pt>
                  <c:pt idx="634">
                    <c:v>0.792</c:v>
                  </c:pt>
                  <c:pt idx="635">
                    <c:v>0.794</c:v>
                  </c:pt>
                  <c:pt idx="636">
                    <c:v>0.795</c:v>
                  </c:pt>
                  <c:pt idx="637">
                    <c:v>0.796</c:v>
                  </c:pt>
                  <c:pt idx="638">
                    <c:v>0.797</c:v>
                  </c:pt>
                  <c:pt idx="639">
                    <c:v>0.799</c:v>
                  </c:pt>
                  <c:pt idx="640">
                    <c:v>0.800</c:v>
                  </c:pt>
                  <c:pt idx="641">
                    <c:v>0.801</c:v>
                  </c:pt>
                  <c:pt idx="642">
                    <c:v>0.802</c:v>
                  </c:pt>
                  <c:pt idx="643">
                    <c:v>0.804</c:v>
                  </c:pt>
                  <c:pt idx="644">
                    <c:v>0.805</c:v>
                  </c:pt>
                  <c:pt idx="645">
                    <c:v>0.806</c:v>
                  </c:pt>
                  <c:pt idx="646">
                    <c:v>0.807</c:v>
                  </c:pt>
                  <c:pt idx="647">
                    <c:v>0.809</c:v>
                  </c:pt>
                  <c:pt idx="648">
                    <c:v>0.810</c:v>
                  </c:pt>
                  <c:pt idx="649">
                    <c:v>0.811</c:v>
                  </c:pt>
                  <c:pt idx="650">
                    <c:v>0.813</c:v>
                  </c:pt>
                  <c:pt idx="651">
                    <c:v>0.814</c:v>
                  </c:pt>
                  <c:pt idx="652">
                    <c:v>0.815</c:v>
                  </c:pt>
                  <c:pt idx="653">
                    <c:v>0.816</c:v>
                  </c:pt>
                  <c:pt idx="654">
                    <c:v>0.818</c:v>
                  </c:pt>
                  <c:pt idx="655">
                    <c:v>0.819</c:v>
                  </c:pt>
                  <c:pt idx="656">
                    <c:v>0.820</c:v>
                  </c:pt>
                  <c:pt idx="657">
                    <c:v>0.821</c:v>
                  </c:pt>
                  <c:pt idx="658">
                    <c:v>0.823</c:v>
                  </c:pt>
                  <c:pt idx="659">
                    <c:v>0.824</c:v>
                  </c:pt>
                  <c:pt idx="660">
                    <c:v>0.825</c:v>
                  </c:pt>
                  <c:pt idx="661">
                    <c:v>0.826</c:v>
                  </c:pt>
                  <c:pt idx="662">
                    <c:v>0.828</c:v>
                  </c:pt>
                  <c:pt idx="663">
                    <c:v>0.829</c:v>
                  </c:pt>
                  <c:pt idx="664">
                    <c:v>0.830</c:v>
                  </c:pt>
                  <c:pt idx="665">
                    <c:v>0.831</c:v>
                  </c:pt>
                  <c:pt idx="666">
                    <c:v>0.833</c:v>
                  </c:pt>
                  <c:pt idx="667">
                    <c:v>0.834</c:v>
                  </c:pt>
                  <c:pt idx="668">
                    <c:v>0.835</c:v>
                  </c:pt>
                  <c:pt idx="669">
                    <c:v>0.836</c:v>
                  </c:pt>
                  <c:pt idx="670">
                    <c:v>0.838</c:v>
                  </c:pt>
                  <c:pt idx="671">
                    <c:v>0.839</c:v>
                  </c:pt>
                  <c:pt idx="672">
                    <c:v>0.840</c:v>
                  </c:pt>
                  <c:pt idx="673">
                    <c:v>0.841</c:v>
                  </c:pt>
                  <c:pt idx="674">
                    <c:v>0.843</c:v>
                  </c:pt>
                  <c:pt idx="675">
                    <c:v>0.844</c:v>
                  </c:pt>
                  <c:pt idx="676">
                    <c:v>0.845</c:v>
                  </c:pt>
                  <c:pt idx="677">
                    <c:v>0.846</c:v>
                  </c:pt>
                  <c:pt idx="678">
                    <c:v>0.848</c:v>
                  </c:pt>
                  <c:pt idx="679">
                    <c:v>0.849</c:v>
                  </c:pt>
                  <c:pt idx="680">
                    <c:v>0.850</c:v>
                  </c:pt>
                  <c:pt idx="681">
                    <c:v>0.851</c:v>
                  </c:pt>
                  <c:pt idx="682">
                    <c:v>0.853</c:v>
                  </c:pt>
                  <c:pt idx="683">
                    <c:v>0.854</c:v>
                  </c:pt>
                  <c:pt idx="684">
                    <c:v>0.855</c:v>
                  </c:pt>
                  <c:pt idx="685">
                    <c:v>0.856</c:v>
                  </c:pt>
                  <c:pt idx="686">
                    <c:v>0.858</c:v>
                  </c:pt>
                  <c:pt idx="687">
                    <c:v>0.859</c:v>
                  </c:pt>
                  <c:pt idx="688">
                    <c:v>0.860</c:v>
                  </c:pt>
                  <c:pt idx="689">
                    <c:v>0.861</c:v>
                  </c:pt>
                  <c:pt idx="690">
                    <c:v>0.863</c:v>
                  </c:pt>
                  <c:pt idx="691">
                    <c:v>0.864</c:v>
                  </c:pt>
                  <c:pt idx="692">
                    <c:v>0.865</c:v>
                  </c:pt>
                  <c:pt idx="693">
                    <c:v>0.866</c:v>
                  </c:pt>
                  <c:pt idx="694">
                    <c:v>0.868</c:v>
                  </c:pt>
                  <c:pt idx="695">
                    <c:v>0.869</c:v>
                  </c:pt>
                  <c:pt idx="696">
                    <c:v>0.870</c:v>
                  </c:pt>
                  <c:pt idx="697">
                    <c:v>0.871</c:v>
                  </c:pt>
                  <c:pt idx="698">
                    <c:v>0.873</c:v>
                  </c:pt>
                  <c:pt idx="699">
                    <c:v>0.874</c:v>
                  </c:pt>
                  <c:pt idx="700">
                    <c:v>0.875</c:v>
                  </c:pt>
                  <c:pt idx="701">
                    <c:v>0.876</c:v>
                  </c:pt>
                  <c:pt idx="702">
                    <c:v>0.877</c:v>
                  </c:pt>
                  <c:pt idx="703">
                    <c:v>0.879</c:v>
                  </c:pt>
                  <c:pt idx="704">
                    <c:v>0.880</c:v>
                  </c:pt>
                  <c:pt idx="705">
                    <c:v>0.881</c:v>
                  </c:pt>
                  <c:pt idx="706">
                    <c:v>0.882</c:v>
                  </c:pt>
                  <c:pt idx="707">
                    <c:v>0.884</c:v>
                  </c:pt>
                  <c:pt idx="708">
                    <c:v>0.885</c:v>
                  </c:pt>
                  <c:pt idx="709">
                    <c:v>0.886</c:v>
                  </c:pt>
                  <c:pt idx="710">
                    <c:v>0.887</c:v>
                  </c:pt>
                  <c:pt idx="711">
                    <c:v>0.889</c:v>
                  </c:pt>
                  <c:pt idx="712">
                    <c:v>0.890</c:v>
                  </c:pt>
                  <c:pt idx="713">
                    <c:v>0.891</c:v>
                  </c:pt>
                  <c:pt idx="714">
                    <c:v>0.892</c:v>
                  </c:pt>
                  <c:pt idx="715">
                    <c:v>0.894</c:v>
                  </c:pt>
                  <c:pt idx="716">
                    <c:v>0.895</c:v>
                  </c:pt>
                  <c:pt idx="717">
                    <c:v>0.896</c:v>
                  </c:pt>
                  <c:pt idx="718">
                    <c:v>0.897</c:v>
                  </c:pt>
                  <c:pt idx="719">
                    <c:v>0.899</c:v>
                  </c:pt>
                  <c:pt idx="720">
                    <c:v>0.900</c:v>
                  </c:pt>
                  <c:pt idx="721">
                    <c:v>0.901</c:v>
                  </c:pt>
                  <c:pt idx="722">
                    <c:v>0.902</c:v>
                  </c:pt>
                  <c:pt idx="723">
                    <c:v>0.904</c:v>
                  </c:pt>
                  <c:pt idx="724">
                    <c:v>0.905</c:v>
                  </c:pt>
                  <c:pt idx="725">
                    <c:v>0.906</c:v>
                  </c:pt>
                  <c:pt idx="726">
                    <c:v>0.907</c:v>
                  </c:pt>
                  <c:pt idx="727">
                    <c:v>0.909</c:v>
                  </c:pt>
                  <c:pt idx="728">
                    <c:v>0.910</c:v>
                  </c:pt>
                  <c:pt idx="729">
                    <c:v>0.911</c:v>
                  </c:pt>
                  <c:pt idx="730">
                    <c:v>0.912</c:v>
                  </c:pt>
                  <c:pt idx="731">
                    <c:v>0.914</c:v>
                  </c:pt>
                  <c:pt idx="732">
                    <c:v>0.915</c:v>
                  </c:pt>
                  <c:pt idx="733">
                    <c:v>0.916</c:v>
                  </c:pt>
                  <c:pt idx="734">
                    <c:v>0.917</c:v>
                  </c:pt>
                  <c:pt idx="735">
                    <c:v>0.919</c:v>
                  </c:pt>
                  <c:pt idx="736">
                    <c:v>0.920</c:v>
                  </c:pt>
                  <c:pt idx="737">
                    <c:v>0.921</c:v>
                  </c:pt>
                  <c:pt idx="738">
                    <c:v>0.922</c:v>
                  </c:pt>
                  <c:pt idx="739">
                    <c:v>0.924</c:v>
                  </c:pt>
                  <c:pt idx="740">
                    <c:v>0.925</c:v>
                  </c:pt>
                  <c:pt idx="741">
                    <c:v>0.926</c:v>
                  </c:pt>
                  <c:pt idx="742">
                    <c:v>0.927</c:v>
                  </c:pt>
                  <c:pt idx="743">
                    <c:v>0.929</c:v>
                  </c:pt>
                  <c:pt idx="744">
                    <c:v>0.930</c:v>
                  </c:pt>
                  <c:pt idx="745">
                    <c:v>0.931</c:v>
                  </c:pt>
                  <c:pt idx="746">
                    <c:v>0.932</c:v>
                  </c:pt>
                  <c:pt idx="747">
                    <c:v>0.934</c:v>
                  </c:pt>
                  <c:pt idx="748">
                    <c:v>0.935</c:v>
                  </c:pt>
                  <c:pt idx="749">
                    <c:v>0.936</c:v>
                  </c:pt>
                  <c:pt idx="750">
                    <c:v>0.938</c:v>
                  </c:pt>
                  <c:pt idx="751">
                    <c:v>0.939</c:v>
                  </c:pt>
                  <c:pt idx="752">
                    <c:v>0.940</c:v>
                  </c:pt>
                  <c:pt idx="753">
                    <c:v>0.941</c:v>
                  </c:pt>
                  <c:pt idx="754">
                    <c:v>0.943</c:v>
                  </c:pt>
                  <c:pt idx="755">
                    <c:v>0.944</c:v>
                  </c:pt>
                  <c:pt idx="756">
                    <c:v>0.945</c:v>
                  </c:pt>
                  <c:pt idx="757">
                    <c:v>0.946</c:v>
                  </c:pt>
                  <c:pt idx="758">
                    <c:v>0.948</c:v>
                  </c:pt>
                  <c:pt idx="759">
                    <c:v>0.949</c:v>
                  </c:pt>
                  <c:pt idx="760">
                    <c:v>0.950</c:v>
                  </c:pt>
                  <c:pt idx="761">
                    <c:v>0.951</c:v>
                  </c:pt>
                  <c:pt idx="762">
                    <c:v>0.953</c:v>
                  </c:pt>
                  <c:pt idx="763">
                    <c:v>0.954</c:v>
                  </c:pt>
                  <c:pt idx="764">
                    <c:v>0.955</c:v>
                  </c:pt>
                  <c:pt idx="765">
                    <c:v>0.956</c:v>
                  </c:pt>
                  <c:pt idx="766">
                    <c:v>0.958</c:v>
                  </c:pt>
                  <c:pt idx="767">
                    <c:v>0.959</c:v>
                  </c:pt>
                  <c:pt idx="768">
                    <c:v>0.960</c:v>
                  </c:pt>
                  <c:pt idx="769">
                    <c:v>0.961</c:v>
                  </c:pt>
                  <c:pt idx="770">
                    <c:v>0.963</c:v>
                  </c:pt>
                  <c:pt idx="771">
                    <c:v>0.964</c:v>
                  </c:pt>
                  <c:pt idx="772">
                    <c:v>0.965</c:v>
                  </c:pt>
                  <c:pt idx="773">
                    <c:v>0.966</c:v>
                  </c:pt>
                  <c:pt idx="774">
                    <c:v>0.968</c:v>
                  </c:pt>
                  <c:pt idx="775">
                    <c:v>0.969</c:v>
                  </c:pt>
                  <c:pt idx="776">
                    <c:v>0.970</c:v>
                  </c:pt>
                  <c:pt idx="777">
                    <c:v>0.971</c:v>
                  </c:pt>
                  <c:pt idx="778">
                    <c:v>0.973</c:v>
                  </c:pt>
                  <c:pt idx="779">
                    <c:v>0.974</c:v>
                  </c:pt>
                  <c:pt idx="780">
                    <c:v>0.975</c:v>
                  </c:pt>
                  <c:pt idx="781">
                    <c:v>0.976</c:v>
                  </c:pt>
                  <c:pt idx="782">
                    <c:v>0.978</c:v>
                  </c:pt>
                  <c:pt idx="783">
                    <c:v>0.979</c:v>
                  </c:pt>
                  <c:pt idx="784">
                    <c:v>0.980</c:v>
                  </c:pt>
                  <c:pt idx="785">
                    <c:v>0.981</c:v>
                  </c:pt>
                  <c:pt idx="786">
                    <c:v>0.983</c:v>
                  </c:pt>
                  <c:pt idx="787">
                    <c:v>0.984</c:v>
                  </c:pt>
                  <c:pt idx="788">
                    <c:v>0.985</c:v>
                  </c:pt>
                  <c:pt idx="789">
                    <c:v>0.986</c:v>
                  </c:pt>
                  <c:pt idx="790">
                    <c:v>0.988</c:v>
                  </c:pt>
                  <c:pt idx="791">
                    <c:v>0.989</c:v>
                  </c:pt>
                  <c:pt idx="792">
                    <c:v>0.990</c:v>
                  </c:pt>
                  <c:pt idx="793">
                    <c:v>0.991</c:v>
                  </c:pt>
                  <c:pt idx="794">
                    <c:v>0.993</c:v>
                  </c:pt>
                  <c:pt idx="795">
                    <c:v>0.994</c:v>
                  </c:pt>
                  <c:pt idx="796">
                    <c:v>0.995</c:v>
                  </c:pt>
                  <c:pt idx="797">
                    <c:v>0.996</c:v>
                  </c:pt>
                  <c:pt idx="798">
                    <c:v>0.998</c:v>
                  </c:pt>
                  <c:pt idx="799">
                    <c:v>0.999</c:v>
                  </c:pt>
                  <c:pt idx="800">
                    <c:v>1.000</c:v>
                  </c:pt>
                </c:lvl>
              </c:multiLvlStrCache>
            </c:multiLvlStrRef>
          </c:cat>
          <c:val>
            <c:numRef>
              <c:f>Sheet1!$B$2:$B$802</c:f>
              <c:numCache>
                <c:formatCode>General</c:formatCode>
                <c:ptCount val="801"/>
                <c:pt idx="0">
                  <c:v>1.75</c:v>
                </c:pt>
                <c:pt idx="1">
                  <c:v>1.6963</c:v>
                </c:pt>
                <c:pt idx="2">
                  <c:v>1.5576</c:v>
                </c:pt>
                <c:pt idx="3">
                  <c:v>1.3921</c:v>
                </c:pt>
                <c:pt idx="4">
                  <c:v>1.2685</c:v>
                </c:pt>
                <c:pt idx="5">
                  <c:v>1.2375</c:v>
                </c:pt>
                <c:pt idx="6">
                  <c:v>1.3097</c:v>
                </c:pt>
                <c:pt idx="7">
                  <c:v>1.4514</c:v>
                </c:pt>
                <c:pt idx="8">
                  <c:v>1.5989</c:v>
                </c:pt>
                <c:pt idx="9">
                  <c:v>1.6856</c:v>
                </c:pt>
                <c:pt idx="10">
                  <c:v>1.67</c:v>
                </c:pt>
                <c:pt idx="11">
                  <c:v>1.5537</c:v>
                </c:pt>
                <c:pt idx="12">
                  <c:v>1.3805</c:v>
                </c:pt>
                <c:pt idx="13">
                  <c:v>1.2179</c:v>
                </c:pt>
                <c:pt idx="14">
                  <c:v>1.1284</c:v>
                </c:pt>
                <c:pt idx="15">
                  <c:v>1.143</c:v>
                </c:pt>
                <c:pt idx="16">
                  <c:v>1.2483</c:v>
                </c:pt>
                <c:pt idx="17">
                  <c:v>1.3917</c:v>
                </c:pt>
                <c:pt idx="18">
                  <c:v>1.5042</c:v>
                </c:pt>
                <c:pt idx="19">
                  <c:v>1.5296</c:v>
                </c:pt>
                <c:pt idx="20">
                  <c:v>1.4483</c:v>
                </c:pt>
                <c:pt idx="21">
                  <c:v>1.2855</c:v>
                </c:pt>
                <c:pt idx="22">
                  <c:v>1.101</c:v>
                </c:pt>
                <c:pt idx="23">
                  <c:v>0.9633</c:v>
                </c:pt>
                <c:pt idx="24">
                  <c:v>0.921</c:v>
                </c:pt>
                <c:pt idx="25">
                  <c:v>0.9817</c:v>
                </c:pt>
                <c:pt idx="26">
                  <c:v>1.1094</c:v>
                </c:pt>
                <c:pt idx="27">
                  <c:v>1.2393</c:v>
                </c:pt>
                <c:pt idx="28">
                  <c:v>1.3056</c:v>
                </c:pt>
                <c:pt idx="29">
                  <c:v>1.2692</c:v>
                </c:pt>
                <c:pt idx="30">
                  <c:v>1.1349</c:v>
                </c:pt>
                <c:pt idx="31">
                  <c:v>0.9486</c:v>
                </c:pt>
                <c:pt idx="32">
                  <c:v>0.7785</c:v>
                </c:pt>
                <c:pt idx="33">
                  <c:v>0.6858</c:v>
                </c:pt>
                <c:pt idx="34">
                  <c:v>0.699</c:v>
                </c:pt>
                <c:pt idx="35">
                  <c:v>0.8015</c:v>
                </c:pt>
                <c:pt idx="36">
                  <c:v>0.9391</c:v>
                </c:pt>
                <c:pt idx="37">
                  <c:v>1.0426</c:v>
                </c:pt>
                <c:pt idx="38">
                  <c:v>1.0575</c:v>
                </c:pt>
                <c:pt idx="39">
                  <c:v>0.9672</c:v>
                </c:pt>
                <c:pt idx="40">
                  <c:v>0.7998</c:v>
                </c:pt>
                <c:pt idx="41">
                  <c:v>0.6163</c:v>
                </c:pt>
                <c:pt idx="42">
                  <c:v>0.485</c:v>
                </c:pt>
                <c:pt idx="43">
                  <c:v>0.4521</c:v>
                </c:pt>
                <c:pt idx="44">
                  <c:v>0.5224</c:v>
                </c:pt>
                <c:pt idx="45">
                  <c:v>0.6572</c:v>
                </c:pt>
                <c:pt idx="46">
                  <c:v>0.7908</c:v>
                </c:pt>
                <c:pt idx="47">
                  <c:v>0.8583</c:v>
                </c:pt>
                <c:pt idx="48">
                  <c:v>0.8232</c:v>
                </c:pt>
                <c:pt idx="49">
                  <c:v>0.6931</c:v>
                </c:pt>
                <c:pt idx="50">
                  <c:v>0.5163</c:v>
                </c:pt>
                <c:pt idx="51">
                  <c:v>0.3612</c:v>
                </c:pt>
                <c:pt idx="52">
                  <c:v>0.2876</c:v>
                </c:pt>
                <c:pt idx="53">
                  <c:v>0.3212</c:v>
                </c:pt>
                <c:pt idx="54">
                  <c:v>0.4425</c:v>
                </c:pt>
                <c:pt idx="55">
                  <c:v>0.5955</c:v>
                </c:pt>
                <c:pt idx="56">
                  <c:v>0.711</c:v>
                </c:pt>
                <c:pt idx="57">
                  <c:v>0.7363</c:v>
                </c:pt>
                <c:pt idx="58">
                  <c:v>0.6577</c:v>
                </c:pt>
                <c:pt idx="59">
                  <c:v>0.5059</c:v>
                </c:pt>
                <c:pt idx="60">
                  <c:v>0.3433</c:v>
                </c:pt>
                <c:pt idx="61">
                  <c:v>0.2374</c:v>
                </c:pt>
                <c:pt idx="62">
                  <c:v>0.2323</c:v>
                </c:pt>
                <c:pt idx="63">
                  <c:v>0.3296</c:v>
                </c:pt>
                <c:pt idx="64">
                  <c:v>0.4882</c:v>
                </c:pt>
                <c:pt idx="65">
                  <c:v>0.6414</c:v>
                </c:pt>
                <c:pt idx="66">
                  <c:v>0.7254</c:v>
                </c:pt>
                <c:pt idx="67">
                  <c:v>0.7063</c:v>
                </c:pt>
                <c:pt idx="68">
                  <c:v>0.5944</c:v>
                </c:pt>
                <c:pt idx="69">
                  <c:v>0.44</c:v>
                </c:pt>
                <c:pt idx="70">
                  <c:v>0.3121</c:v>
                </c:pt>
                <c:pt idx="71">
                  <c:v>0.2686</c:v>
                </c:pt>
                <c:pt idx="72">
                  <c:v>0.3324</c:v>
                </c:pt>
                <c:pt idx="73">
                  <c:v>0.4811</c:v>
                </c:pt>
                <c:pt idx="74">
                  <c:v>0.657</c:v>
                </c:pt>
                <c:pt idx="75">
                  <c:v>0.7909</c:v>
                </c:pt>
                <c:pt idx="76">
                  <c:v>0.8323</c:v>
                </c:pt>
                <c:pt idx="77">
                  <c:v>0.77</c:v>
                </c:pt>
                <c:pt idx="78">
                  <c:v>0.6375</c:v>
                </c:pt>
                <c:pt idx="79">
                  <c:v>0.4984</c:v>
                </c:pt>
                <c:pt idx="80">
                  <c:v>0.4194</c:v>
                </c:pt>
                <c:pt idx="81">
                  <c:v>0.4421</c:v>
                </c:pt>
                <c:pt idx="82">
                  <c:v>0.5652</c:v>
                </c:pt>
                <c:pt idx="83">
                  <c:v>0.7451</c:v>
                </c:pt>
                <c:pt idx="84">
                  <c:v>0.9143</c:v>
                </c:pt>
                <c:pt idx="85">
                  <c:v>1.0102</c:v>
                </c:pt>
                <c:pt idx="86">
                  <c:v>1.0015</c:v>
                </c:pt>
                <c:pt idx="87">
                  <c:v>0.9013</c:v>
                </c:pt>
                <c:pt idx="88">
                  <c:v>0.7621</c:v>
                </c:pt>
                <c:pt idx="89">
                  <c:v>0.6527</c:v>
                </c:pt>
                <c:pt idx="90">
                  <c:v>0.6296</c:v>
                </c:pt>
                <c:pt idx="91">
                  <c:v>0.7127</c:v>
                </c:pt>
                <c:pt idx="92">
                  <c:v>0.8769</c:v>
                </c:pt>
                <c:pt idx="93">
                  <c:v>1.0626</c:v>
                </c:pt>
                <c:pt idx="94">
                  <c:v>1.2011</c:v>
                </c:pt>
                <c:pt idx="95">
                  <c:v>1.2439</c:v>
                </c:pt>
                <c:pt idx="96">
                  <c:v>1.1828</c:v>
                </c:pt>
                <c:pt idx="97">
                  <c:v>1.0538</c:v>
                </c:pt>
                <c:pt idx="98">
                  <c:v>0.9216</c:v>
                </c:pt>
                <c:pt idx="99">
                  <c:v>0.852</c:v>
                </c:pt>
                <c:pt idx="100">
                  <c:v>0.8843</c:v>
                </c:pt>
                <c:pt idx="101">
                  <c:v>1.014</c:v>
                </c:pt>
                <c:pt idx="102">
                  <c:v>1.1954</c:v>
                </c:pt>
                <c:pt idx="103">
                  <c:v>1.3604</c:v>
                </c:pt>
                <c:pt idx="104">
                  <c:v>1.4477</c:v>
                </c:pt>
                <c:pt idx="105">
                  <c:v>1.4285</c:v>
                </c:pt>
                <c:pt idx="106">
                  <c:v>1.3192</c:v>
                </c:pt>
                <c:pt idx="107">
                  <c:v>1.1738</c:v>
                </c:pt>
                <c:pt idx="108">
                  <c:v>1.0615</c:v>
                </c:pt>
                <c:pt idx="109">
                  <c:v>1.037</c:v>
                </c:pt>
                <c:pt idx="110">
                  <c:v>1.1172</c:v>
                </c:pt>
                <c:pt idx="111">
                  <c:v>1.2744</c:v>
                </c:pt>
                <c:pt idx="112">
                  <c:v>1.4474</c:v>
                </c:pt>
                <c:pt idx="113">
                  <c:v>1.5683</c:v>
                </c:pt>
                <c:pt idx="114">
                  <c:v>1.5904</c:v>
                </c:pt>
                <c:pt idx="115">
                  <c:v>1.5087</c:v>
                </c:pt>
                <c:pt idx="116">
                  <c:v>1.3618</c:v>
                </c:pt>
                <c:pt idx="117">
                  <c:v>1.2153</c:v>
                </c:pt>
                <c:pt idx="118">
                  <c:v>1.1343</c:v>
                </c:pt>
                <c:pt idx="119">
                  <c:v>1.1554</c:v>
                </c:pt>
                <c:pt idx="120">
                  <c:v>1.2714</c:v>
                </c:pt>
                <c:pt idx="121">
                  <c:v>1.4342</c:v>
                </c:pt>
                <c:pt idx="122">
                  <c:v>1.5755</c:v>
                </c:pt>
                <c:pt idx="123">
                  <c:v>1.6353</c:v>
                </c:pt>
                <c:pt idx="124">
                  <c:v>1.5877</c:v>
                </c:pt>
                <c:pt idx="125">
                  <c:v>1.4521</c:v>
                </c:pt>
                <c:pt idx="126">
                  <c:v>1.2843</c:v>
                </c:pt>
                <c:pt idx="127">
                  <c:v>1.1535</c:v>
                </c:pt>
                <c:pt idx="128">
                  <c:v>1.1126</c:v>
                </c:pt>
                <c:pt idx="129">
                  <c:v>1.1756</c:v>
                </c:pt>
                <c:pt idx="130">
                  <c:v>1.3122</c:v>
                </c:pt>
                <c:pt idx="131">
                  <c:v>1.46</c:v>
                </c:pt>
                <c:pt idx="132">
                  <c:v>1.5515</c:v>
                </c:pt>
                <c:pt idx="133">
                  <c:v>1.5425</c:v>
                </c:pt>
                <c:pt idx="134">
                  <c:v>1.4311</c:v>
                </c:pt>
                <c:pt idx="135">
                  <c:v>1.2582</c:v>
                </c:pt>
                <c:pt idx="136">
                  <c:v>1.0905</c:v>
                </c:pt>
                <c:pt idx="137">
                  <c:v>0.9919</c:v>
                </c:pt>
                <c:pt idx="138">
                  <c:v>0.9966</c:v>
                </c:pt>
                <c:pt idx="139">
                  <c:v>1.0946</c:v>
                </c:pt>
                <c:pt idx="140">
                  <c:v>1.2357</c:v>
                </c:pt>
                <c:pt idx="141">
                  <c:v>1.3512</c:v>
                </c:pt>
                <c:pt idx="142">
                  <c:v>1.3828</c:v>
                </c:pt>
                <c:pt idx="143">
                  <c:v>1.3075</c:v>
                </c:pt>
                <c:pt idx="144">
                  <c:v>1.1474</c:v>
                </c:pt>
                <c:pt idx="145">
                  <c:v>0.9602</c:v>
                </c:pt>
                <c:pt idx="146">
                  <c:v>0.815</c:v>
                </c:pt>
                <c:pt idx="147">
                  <c:v>0.7627</c:v>
                </c:pt>
                <c:pt idx="148">
                  <c:v>0.8146</c:v>
                </c:pt>
                <c:pt idx="149">
                  <c:v>0.9375</c:v>
                </c:pt>
                <c:pt idx="150">
                  <c:v>1.0679</c:v>
                </c:pt>
                <c:pt idx="151">
                  <c:v>1.1391</c:v>
                </c:pt>
                <c:pt idx="152">
                  <c:v>1.1094</c:v>
                </c:pt>
                <c:pt idx="153">
                  <c:v>0.9796</c:v>
                </c:pt>
                <c:pt idx="154">
                  <c:v>0.7932</c:v>
                </c:pt>
                <c:pt idx="155">
                  <c:v>0.6177</c:v>
                </c:pt>
                <c:pt idx="156">
                  <c:v>0.5158</c:v>
                </c:pt>
                <c:pt idx="157">
                  <c:v>0.5191</c:v>
                </c:pt>
                <c:pt idx="158">
                  <c:v>0.6145</c:v>
                </c:pt>
                <c:pt idx="159">
                  <c:v>0.7501</c:v>
                </c:pt>
                <c:pt idx="160">
                  <c:v>0.8568</c:v>
                </c:pt>
                <c:pt idx="161">
                  <c:v>0.878</c:v>
                </c:pt>
                <c:pt idx="162">
                  <c:v>0.7936</c:v>
                </c:pt>
                <c:pt idx="163">
                  <c:v>0.6285</c:v>
                </c:pt>
                <c:pt idx="164">
                  <c:v>0.442</c:v>
                </c:pt>
                <c:pt idx="165">
                  <c:v>0.3028</c:v>
                </c:pt>
                <c:pt idx="166">
                  <c:v>0.2598</c:v>
                </c:pt>
                <c:pt idx="167">
                  <c:v>0.3214</c:v>
                </c:pt>
                <c:pt idx="168">
                  <c:v>0.4516</c:v>
                </c:pt>
                <c:pt idx="169">
                  <c:v>0.5861</c:v>
                </c:pt>
                <c:pt idx="170">
                  <c:v>0.6588</c:v>
                </c:pt>
                <c:pt idx="171">
                  <c:v>0.6302</c:v>
                </c:pt>
                <c:pt idx="172">
                  <c:v>0.5045</c:v>
                </c:pt>
                <c:pt idx="173">
                  <c:v>0.3271</c:v>
                </c:pt>
                <c:pt idx="174">
                  <c:v>0.1662</c:v>
                </c:pt>
                <c:pt idx="175">
                  <c:v>0.0833</c:v>
                </c:pt>
                <c:pt idx="176">
                  <c:v>0.107</c:v>
                </c:pt>
                <c:pt idx="177">
                  <c:v>0.2216</c:v>
                </c:pt>
                <c:pt idx="178">
                  <c:v>0.3728</c:v>
                </c:pt>
                <c:pt idx="179">
                  <c:v>0.4918</c:v>
                </c:pt>
                <c:pt idx="180">
                  <c:v>0.5235</c:v>
                </c:pt>
                <c:pt idx="181">
                  <c:v>0.4506</c:v>
                </c:pt>
                <c:pt idx="182">
                  <c:v>0.3008</c:v>
                </c:pt>
                <c:pt idx="183">
                  <c:v>0.1348</c:v>
                </c:pt>
                <c:pt idx="184">
                  <c:v>0.0209</c:v>
                </c:pt>
                <c:pt idx="185">
                  <c:v>0.0057</c:v>
                </c:pt>
                <c:pt idx="186">
                  <c:v>0.0945</c:v>
                </c:pt>
                <c:pt idx="187">
                  <c:v>0.2489</c:v>
                </c:pt>
                <c:pt idx="188">
                  <c:v>0.4034</c:v>
                </c:pt>
                <c:pt idx="189">
                  <c:v>0.4928</c:v>
                </c:pt>
                <c:pt idx="190">
                  <c:v>0.4801</c:v>
                </c:pt>
                <c:pt idx="191">
                  <c:v>0.3723</c:v>
                </c:pt>
                <c:pt idx="192">
                  <c:v>0.2172</c:v>
                </c:pt>
                <c:pt idx="193">
                  <c:v>0.0832</c:v>
                </c:pt>
                <c:pt idx="194">
                  <c:v>0.0302</c:v>
                </c:pt>
                <c:pt idx="195">
                  <c:v>0.0844</c:v>
                </c:pt>
                <c:pt idx="196">
                  <c:v>0.2267</c:v>
                </c:pt>
                <c:pt idx="197">
                  <c:v>0.4013</c:v>
                </c:pt>
                <c:pt idx="198">
                  <c:v>0.5391</c:v>
                </c:pt>
                <c:pt idx="199">
                  <c:v>0.5869</c:v>
                </c:pt>
                <c:pt idx="200">
                  <c:v>0.5303</c:v>
                </c:pt>
                <c:pt idx="201">
                  <c:v>0.3996</c:v>
                </c:pt>
                <c:pt idx="202">
                  <c:v>0.2569</c:v>
                </c:pt>
                <c:pt idx="203">
                  <c:v>0.1697</c:v>
                </c:pt>
                <c:pt idx="204">
                  <c:v>0.1825</c:v>
                </c:pt>
                <c:pt idx="205">
                  <c:v>0.2973</c:v>
                </c:pt>
                <c:pt idx="206">
                  <c:v>0.4735</c:v>
                </c:pt>
                <c:pt idx="207">
                  <c:v>0.6444</c:v>
                </c:pt>
                <c:pt idx="208">
                  <c:v>0.7461</c:v>
                </c:pt>
                <c:pt idx="209">
                  <c:v>0.7439</c:v>
                </c:pt>
                <c:pt idx="210">
                  <c:v>0.6477</c:v>
                </c:pt>
                <c:pt idx="211">
                  <c:v>0.5075</c:v>
                </c:pt>
                <c:pt idx="212">
                  <c:v>0.3919</c:v>
                </c:pt>
                <c:pt idx="213">
                  <c:v>0.3594</c:v>
                </c:pt>
                <c:pt idx="214">
                  <c:v>0.4331</c:v>
                </c:pt>
                <c:pt idx="215">
                  <c:v>0.5913</c:v>
                </c:pt>
                <c:pt idx="216">
                  <c:v>0.7763</c:v>
                </c:pt>
                <c:pt idx="217">
                  <c:v>0.9191</c:v>
                </c:pt>
                <c:pt idx="218">
                  <c:v>0.9686</c:v>
                </c:pt>
                <c:pt idx="219">
                  <c:v>0.9132</c:v>
                </c:pt>
                <c:pt idx="220">
                  <c:v>0.7858</c:v>
                </c:pt>
                <c:pt idx="221">
                  <c:v>0.6498</c:v>
                </c:pt>
                <c:pt idx="222">
                  <c:v>0.572</c:v>
                </c:pt>
                <c:pt idx="223">
                  <c:v>0.5944</c:v>
                </c:pt>
                <c:pt idx="224">
                  <c:v>0.7164</c:v>
                </c:pt>
                <c:pt idx="225">
                  <c:v>0.8946</c:v>
                </c:pt>
                <c:pt idx="226">
                  <c:v>1.0618</c:v>
                </c:pt>
                <c:pt idx="227">
                  <c:v>1.1551</c:v>
                </c:pt>
                <c:pt idx="228">
                  <c:v>1.1426</c:v>
                </c:pt>
                <c:pt idx="229">
                  <c:v>1.0372</c:v>
                </c:pt>
                <c:pt idx="230">
                  <c:v>0.8906</c:v>
                </c:pt>
                <c:pt idx="231">
                  <c:v>0.772</c:v>
                </c:pt>
                <c:pt idx="232">
                  <c:v>0.7381</c:v>
                </c:pt>
                <c:pt idx="233">
                  <c:v>0.8092</c:v>
                </c:pt>
                <c:pt idx="234">
                  <c:v>0.9609</c:v>
                </c:pt>
                <c:pt idx="235">
                  <c:v>1.1338</c:v>
                </c:pt>
                <c:pt idx="236">
                  <c:v>1.2592</c:v>
                </c:pt>
                <c:pt idx="237">
                  <c:v>1.2883</c:v>
                </c:pt>
                <c:pt idx="238">
                  <c:v>1.2123</c:v>
                </c:pt>
                <c:pt idx="239">
                  <c:v>1.0668</c:v>
                </c:pt>
                <c:pt idx="240">
                  <c:v>0.9164</c:v>
                </c:pt>
                <c:pt idx="241">
                  <c:v>0.8271</c:v>
                </c:pt>
                <c:pt idx="242">
                  <c:v>0.8385</c:v>
                </c:pt>
                <c:pt idx="243">
                  <c:v>0.947</c:v>
                </c:pt>
                <c:pt idx="244">
                  <c:v>1.1072</c:v>
                </c:pt>
                <c:pt idx="245">
                  <c:v>1.2511</c:v>
                </c:pt>
                <c:pt idx="246">
                  <c:v>1.3172</c:v>
                </c:pt>
                <c:pt idx="247">
                  <c:v>1.2765</c:v>
                </c:pt>
                <c:pt idx="248">
                  <c:v>1.1445</c:v>
                </c:pt>
                <c:pt idx="249">
                  <c:v>0.9754</c:v>
                </c:pt>
                <c:pt idx="250">
                  <c:v>0.8381</c:v>
                </c:pt>
                <c:pt idx="251">
                  <c:v>0.7878</c:v>
                </c:pt>
                <c:pt idx="252">
                  <c:v>0.842</c:v>
                </c:pt>
                <c:pt idx="253">
                  <c:v>0.9735</c:v>
                </c:pt>
                <c:pt idx="254">
                  <c:v>1.1216</c:v>
                </c:pt>
                <c:pt idx="255">
                  <c:v>1.2181</c:v>
                </c:pt>
                <c:pt idx="256">
                  <c:v>1.2161</c:v>
                </c:pt>
                <c:pt idx="257">
                  <c:v>1.1102</c:v>
                </c:pt>
                <c:pt idx="258">
                  <c:v>0.9385</c:v>
                </c:pt>
                <c:pt idx="259">
                  <c:v>0.7666</c:v>
                </c:pt>
                <c:pt idx="260">
                  <c:v>0.6596</c:v>
                </c:pt>
                <c:pt idx="261">
                  <c:v>0.6548</c:v>
                </c:pt>
                <c:pt idx="262">
                  <c:v>0.7457</c:v>
                </c:pt>
                <c:pt idx="263">
                  <c:v>0.8845</c:v>
                </c:pt>
                <c:pt idx="264">
                  <c:v>1.003</c:v>
                </c:pt>
                <c:pt idx="265">
                  <c:v>1.0411</c:v>
                </c:pt>
                <c:pt idx="266">
                  <c:v>0.9725</c:v>
                </c:pt>
                <c:pt idx="267">
                  <c:v>0.8159</c:v>
                </c:pt>
                <c:pt idx="268">
                  <c:v>0.6271</c:v>
                </c:pt>
                <c:pt idx="269">
                  <c:v>0.4751</c:v>
                </c:pt>
                <c:pt idx="270">
                  <c:v>0.4134</c:v>
                </c:pt>
                <c:pt idx="271">
                  <c:v>0.4566</c:v>
                </c:pt>
                <c:pt idx="272">
                  <c:v>0.5748</c:v>
                </c:pt>
                <c:pt idx="273">
                  <c:v>0.7059</c:v>
                </c:pt>
                <c:pt idx="274">
                  <c:v>0.7824</c:v>
                </c:pt>
                <c:pt idx="275">
                  <c:v>0.7596</c:v>
                </c:pt>
                <c:pt idx="276">
                  <c:v>0.6352</c:v>
                </c:pt>
                <c:pt idx="277">
                  <c:v>0.4497</c:v>
                </c:pt>
                <c:pt idx="278">
                  <c:v>0.2696</c:v>
                </c:pt>
                <c:pt idx="279">
                  <c:v>0.1592</c:v>
                </c:pt>
                <c:pt idx="280">
                  <c:v>0.153</c:v>
                </c:pt>
                <c:pt idx="281">
                  <c:v>0.2416</c:v>
                </c:pt>
                <c:pt idx="282">
                  <c:v>0.3753</c:v>
                </c:pt>
                <c:pt idx="283">
                  <c:v>0.4853</c:v>
                </c:pt>
                <c:pt idx="284">
                  <c:v>0.5132</c:v>
                </c:pt>
                <c:pt idx="285">
                  <c:v>0.4354</c:v>
                </c:pt>
                <c:pt idx="286">
                  <c:v>0.2735</c:v>
                </c:pt>
                <c:pt idx="287">
                  <c:v>0.0849</c:v>
                </c:pt>
                <c:pt idx="288">
                  <c:v>-0.0612</c:v>
                </c:pt>
                <c:pt idx="289">
                  <c:v>-0.1137</c:v>
                </c:pt>
                <c:pt idx="290">
                  <c:v>-0.0606</c:v>
                </c:pt>
                <c:pt idx="291">
                  <c:v>0.0653</c:v>
                </c:pt>
                <c:pt idx="292">
                  <c:v>0.2008</c:v>
                </c:pt>
                <c:pt idx="293">
                  <c:v>0.2789</c:v>
                </c:pt>
                <c:pt idx="294">
                  <c:v>0.2575</c:v>
                </c:pt>
                <c:pt idx="295">
                  <c:v>0.1369</c:v>
                </c:pt>
                <c:pt idx="296">
                  <c:v>-0.0399</c:v>
                </c:pt>
                <c:pt idx="297">
                  <c:v>-0.2057</c:v>
                </c:pt>
                <c:pt idx="298">
                  <c:v>-0.2973</c:v>
                </c:pt>
                <c:pt idx="299">
                  <c:v>-0.2829</c:v>
                </c:pt>
                <c:pt idx="300">
                  <c:v>-0.1749</c:v>
                </c:pt>
                <c:pt idx="301">
                  <c:v>-0.0251</c:v>
                </c:pt>
                <c:pt idx="302">
                  <c:v>0.0975</c:v>
                </c:pt>
                <c:pt idx="303">
                  <c:v>0.136</c:v>
                </c:pt>
                <c:pt idx="304">
                  <c:v>0.0696</c:v>
                </c:pt>
                <c:pt idx="305">
                  <c:v>-0.0772</c:v>
                </c:pt>
                <c:pt idx="306">
                  <c:v>-0.2455</c:v>
                </c:pt>
                <c:pt idx="307">
                  <c:v>-0.3666</c:v>
                </c:pt>
                <c:pt idx="308">
                  <c:v>-0.3913</c:v>
                </c:pt>
                <c:pt idx="309">
                  <c:v>-0.3107</c:v>
                </c:pt>
                <c:pt idx="310">
                  <c:v>-0.1602</c:v>
                </c:pt>
                <c:pt idx="311">
                  <c:v>-0.0043</c:v>
                </c:pt>
                <c:pt idx="312">
                  <c:v>0.0909</c:v>
                </c:pt>
                <c:pt idx="313">
                  <c:v>0.0854</c:v>
                </c:pt>
                <c:pt idx="314">
                  <c:v>-0.0174</c:v>
                </c:pt>
                <c:pt idx="315">
                  <c:v>-0.1722</c:v>
                </c:pt>
                <c:pt idx="316">
                  <c:v>-0.3113</c:v>
                </c:pt>
                <c:pt idx="317">
                  <c:v>-0.373</c:v>
                </c:pt>
                <c:pt idx="318">
                  <c:v>-0.328</c:v>
                </c:pt>
                <c:pt idx="319">
                  <c:v>-0.1918</c:v>
                </c:pt>
                <c:pt idx="320">
                  <c:v>-0.0182</c:v>
                </c:pt>
                <c:pt idx="321">
                  <c:v>0.1236</c:v>
                </c:pt>
                <c:pt idx="322">
                  <c:v>0.1785</c:v>
                </c:pt>
                <c:pt idx="323">
                  <c:v>0.1284</c:v>
                </c:pt>
                <c:pt idx="324">
                  <c:v>0.0005</c:v>
                </c:pt>
                <c:pt idx="325">
                  <c:v>-0.1448</c:v>
                </c:pt>
                <c:pt idx="326">
                  <c:v>-0.2392</c:v>
                </c:pt>
                <c:pt idx="327">
                  <c:v>-0.2358</c:v>
                </c:pt>
                <c:pt idx="328">
                  <c:v>-0.1288</c:v>
                </c:pt>
                <c:pt idx="329">
                  <c:v>0.044</c:v>
                </c:pt>
                <c:pt idx="330">
                  <c:v>0.2169</c:v>
                </c:pt>
                <c:pt idx="331">
                  <c:v>0.3246</c:v>
                </c:pt>
                <c:pt idx="332">
                  <c:v>0.3298</c:v>
                </c:pt>
                <c:pt idx="333">
                  <c:v>0.2386</c:v>
                </c:pt>
                <c:pt idx="334">
                  <c:v>0.0985</c:v>
                </c:pt>
                <c:pt idx="335">
                  <c:v>-0.0223</c:v>
                </c:pt>
                <c:pt idx="336">
                  <c:v>-0.0635</c:v>
                </c:pt>
                <c:pt idx="337">
                  <c:v>0.0014</c:v>
                </c:pt>
                <c:pt idx="338">
                  <c:v>0.1539</c:v>
                </c:pt>
                <c:pt idx="339">
                  <c:v>0.3385</c:v>
                </c:pt>
                <c:pt idx="340">
                  <c:v>0.4858</c:v>
                </c:pt>
                <c:pt idx="341">
                  <c:v>0.5426</c:v>
                </c:pt>
                <c:pt idx="342">
                  <c:v>0.4938</c:v>
                </c:pt>
                <c:pt idx="343">
                  <c:v>0.3691</c:v>
                </c:pt>
                <c:pt idx="344">
                  <c:v>0.2304</c:v>
                </c:pt>
                <c:pt idx="345">
                  <c:v>0.1453</c:v>
                </c:pt>
                <c:pt idx="346">
                  <c:v>0.1587</c:v>
                </c:pt>
                <c:pt idx="347">
                  <c:v>0.2732</c:v>
                </c:pt>
                <c:pt idx="348">
                  <c:v>0.4485</c:v>
                </c:pt>
                <c:pt idx="349">
                  <c:v>0.6183</c:v>
                </c:pt>
                <c:pt idx="350">
                  <c:v>0.7181</c:v>
                </c:pt>
                <c:pt idx="351">
                  <c:v>0.7131</c:v>
                </c:pt>
                <c:pt idx="352">
                  <c:v>0.6125</c:v>
                </c:pt>
                <c:pt idx="353">
                  <c:v>0.466</c:v>
                </c:pt>
                <c:pt idx="354">
                  <c:v>0.3421</c:v>
                </c:pt>
                <c:pt idx="355">
                  <c:v>0.2996</c:v>
                </c:pt>
                <c:pt idx="356">
                  <c:v>0.3622</c:v>
                </c:pt>
                <c:pt idx="357">
                  <c:v>0.5087</c:v>
                </c:pt>
                <c:pt idx="358">
                  <c:v>0.6817</c:v>
                </c:pt>
                <c:pt idx="359">
                  <c:v>0.8123</c:v>
                </c:pt>
                <c:pt idx="360">
                  <c:v>0.8489</c:v>
                </c:pt>
                <c:pt idx="361">
                  <c:v>0.7795</c:v>
                </c:pt>
                <c:pt idx="362">
                  <c:v>0.6366</c:v>
                </c:pt>
                <c:pt idx="363">
                  <c:v>0.4833</c:v>
                </c:pt>
                <c:pt idx="364">
                  <c:v>0.3867</c:v>
                </c:pt>
                <c:pt idx="365">
                  <c:v>0.3892</c:v>
                </c:pt>
                <c:pt idx="366">
                  <c:v>0.4907</c:v>
                </c:pt>
                <c:pt idx="367">
                  <c:v>0.6485</c:v>
                </c:pt>
                <c:pt idx="368">
                  <c:v>0.7955</c:v>
                </c:pt>
                <c:pt idx="369">
                  <c:v>0.8685</c:v>
                </c:pt>
                <c:pt idx="370">
                  <c:v>0.8353</c:v>
                </c:pt>
                <c:pt idx="371">
                  <c:v>0.7082</c:v>
                </c:pt>
                <c:pt idx="372">
                  <c:v>0.5388</c:v>
                </c:pt>
                <c:pt idx="373">
                  <c:v>0.3961</c:v>
                </c:pt>
                <c:pt idx="374">
                  <c:v>0.3372</c:v>
                </c:pt>
                <c:pt idx="375">
                  <c:v>0.3832</c:v>
                </c:pt>
                <c:pt idx="376">
                  <c:v>0.51</c:v>
                </c:pt>
                <c:pt idx="377">
                  <c:v>0.6587</c:v>
                </c:pt>
                <c:pt idx="378">
                  <c:v>0.7607</c:v>
                </c:pt>
                <c:pt idx="379">
                  <c:v>0.7665</c:v>
                </c:pt>
                <c:pt idx="380">
                  <c:v>0.6671</c:v>
                </c:pt>
                <c:pt idx="381">
                  <c:v>0.4978</c:v>
                </c:pt>
                <c:pt idx="382">
                  <c:v>0.3227</c:v>
                </c:pt>
                <c:pt idx="383">
                  <c:v>0.2084</c:v>
                </c:pt>
                <c:pt idx="384">
                  <c:v>0.1948</c:v>
                </c:pt>
                <c:pt idx="385">
                  <c:v>0.279</c:v>
                </c:pt>
                <c:pt idx="386">
                  <c:v>0.4159</c:v>
                </c:pt>
                <c:pt idx="387">
                  <c:v>0.5379</c:v>
                </c:pt>
                <c:pt idx="388">
                  <c:v>0.5831</c:v>
                </c:pt>
                <c:pt idx="389">
                  <c:v>0.5221</c:v>
                </c:pt>
                <c:pt idx="390">
                  <c:v>0.3701</c:v>
                </c:pt>
                <c:pt idx="391">
                  <c:v>0.1807</c:v>
                </c:pt>
                <c:pt idx="392">
                  <c:v>0.0232</c:v>
                </c:pt>
                <c:pt idx="393">
                  <c:v>-0.0471</c:v>
                </c:pt>
                <c:pt idx="394">
                  <c:v>-0.0119</c:v>
                </c:pt>
                <c:pt idx="395">
                  <c:v>0.1019</c:v>
                </c:pt>
                <c:pt idx="396">
                  <c:v>0.2341</c:v>
                </c:pt>
                <c:pt idx="397">
                  <c:v>0.3163</c:v>
                </c:pt>
                <c:pt idx="398">
                  <c:v>0.3014</c:v>
                </c:pt>
                <c:pt idx="399">
                  <c:v>0.1834</c:v>
                </c:pt>
                <c:pt idx="400">
                  <c:v>0</c:v>
                </c:pt>
                <c:pt idx="401">
                  <c:v>-0.1834</c:v>
                </c:pt>
                <c:pt idx="402">
                  <c:v>-0.3014</c:v>
                </c:pt>
                <c:pt idx="403">
                  <c:v>-0.3163</c:v>
                </c:pt>
                <c:pt idx="404">
                  <c:v>-0.2341</c:v>
                </c:pt>
                <c:pt idx="405">
                  <c:v>-0.1019</c:v>
                </c:pt>
                <c:pt idx="406">
                  <c:v>0.0119</c:v>
                </c:pt>
                <c:pt idx="407">
                  <c:v>0.0471</c:v>
                </c:pt>
                <c:pt idx="408">
                  <c:v>-0.0232</c:v>
                </c:pt>
                <c:pt idx="409">
                  <c:v>-0.1807</c:v>
                </c:pt>
                <c:pt idx="410">
                  <c:v>-0.3701</c:v>
                </c:pt>
                <c:pt idx="411">
                  <c:v>-0.5221</c:v>
                </c:pt>
                <c:pt idx="412">
                  <c:v>-0.5831</c:v>
                </c:pt>
                <c:pt idx="413">
                  <c:v>-0.5379</c:v>
                </c:pt>
                <c:pt idx="414">
                  <c:v>-0.4159</c:v>
                </c:pt>
                <c:pt idx="415">
                  <c:v>-0.279</c:v>
                </c:pt>
                <c:pt idx="416">
                  <c:v>-0.1948</c:v>
                </c:pt>
                <c:pt idx="417">
                  <c:v>-0.2084</c:v>
                </c:pt>
                <c:pt idx="418">
                  <c:v>-0.3227</c:v>
                </c:pt>
                <c:pt idx="419">
                  <c:v>-0.4978</c:v>
                </c:pt>
                <c:pt idx="420">
                  <c:v>-0.6671</c:v>
                </c:pt>
                <c:pt idx="421">
                  <c:v>-0.7665</c:v>
                </c:pt>
                <c:pt idx="422">
                  <c:v>-0.7607</c:v>
                </c:pt>
                <c:pt idx="423">
                  <c:v>-0.6587</c:v>
                </c:pt>
                <c:pt idx="424">
                  <c:v>-0.51</c:v>
                </c:pt>
                <c:pt idx="425">
                  <c:v>-0.3832</c:v>
                </c:pt>
                <c:pt idx="426">
                  <c:v>-0.3372</c:v>
                </c:pt>
                <c:pt idx="427">
                  <c:v>-0.3961</c:v>
                </c:pt>
                <c:pt idx="428">
                  <c:v>-0.5388</c:v>
                </c:pt>
                <c:pt idx="429">
                  <c:v>-0.7082</c:v>
                </c:pt>
                <c:pt idx="430">
                  <c:v>-0.8353</c:v>
                </c:pt>
                <c:pt idx="431">
                  <c:v>-0.8685</c:v>
                </c:pt>
                <c:pt idx="432">
                  <c:v>-0.7955</c:v>
                </c:pt>
                <c:pt idx="433">
                  <c:v>-0.6485</c:v>
                </c:pt>
                <c:pt idx="434">
                  <c:v>-0.4907</c:v>
                </c:pt>
                <c:pt idx="435">
                  <c:v>-0.3892</c:v>
                </c:pt>
                <c:pt idx="436">
                  <c:v>-0.3867</c:v>
                </c:pt>
                <c:pt idx="437">
                  <c:v>-0.4833</c:v>
                </c:pt>
                <c:pt idx="438">
                  <c:v>-0.6366</c:v>
                </c:pt>
                <c:pt idx="439">
                  <c:v>-0.7795</c:v>
                </c:pt>
                <c:pt idx="440">
                  <c:v>-0.8489</c:v>
                </c:pt>
                <c:pt idx="441">
                  <c:v>-0.8123</c:v>
                </c:pt>
                <c:pt idx="442">
                  <c:v>-0.6817</c:v>
                </c:pt>
                <c:pt idx="443">
                  <c:v>-0.5087</c:v>
                </c:pt>
                <c:pt idx="444">
                  <c:v>-0.3622</c:v>
                </c:pt>
                <c:pt idx="445">
                  <c:v>-0.2996</c:v>
                </c:pt>
                <c:pt idx="446">
                  <c:v>-0.3421</c:v>
                </c:pt>
                <c:pt idx="447">
                  <c:v>-0.466</c:v>
                </c:pt>
                <c:pt idx="448">
                  <c:v>-0.6125</c:v>
                </c:pt>
                <c:pt idx="449">
                  <c:v>-0.7131</c:v>
                </c:pt>
                <c:pt idx="450">
                  <c:v>-0.7181</c:v>
                </c:pt>
                <c:pt idx="451">
                  <c:v>-0.6183</c:v>
                </c:pt>
                <c:pt idx="452">
                  <c:v>-0.4485</c:v>
                </c:pt>
                <c:pt idx="453">
                  <c:v>-0.2732</c:v>
                </c:pt>
                <c:pt idx="454">
                  <c:v>-0.1587</c:v>
                </c:pt>
                <c:pt idx="455">
                  <c:v>-0.1453</c:v>
                </c:pt>
                <c:pt idx="456">
                  <c:v>-0.2304</c:v>
                </c:pt>
                <c:pt idx="457">
                  <c:v>-0.3691</c:v>
                </c:pt>
                <c:pt idx="458">
                  <c:v>-0.4938</c:v>
                </c:pt>
                <c:pt idx="459">
                  <c:v>-0.5426</c:v>
                </c:pt>
                <c:pt idx="460">
                  <c:v>-0.4858</c:v>
                </c:pt>
                <c:pt idx="461">
                  <c:v>-0.3385</c:v>
                </c:pt>
                <c:pt idx="462">
                  <c:v>-0.1539</c:v>
                </c:pt>
                <c:pt idx="463">
                  <c:v>-0.0014</c:v>
                </c:pt>
                <c:pt idx="464">
                  <c:v>0.0635</c:v>
                </c:pt>
                <c:pt idx="465">
                  <c:v>0.0223</c:v>
                </c:pt>
                <c:pt idx="466">
                  <c:v>-0.0985</c:v>
                </c:pt>
                <c:pt idx="467">
                  <c:v>-0.2386</c:v>
                </c:pt>
                <c:pt idx="468">
                  <c:v>-0.3298</c:v>
                </c:pt>
                <c:pt idx="469">
                  <c:v>-0.3246</c:v>
                </c:pt>
                <c:pt idx="470">
                  <c:v>-0.2169</c:v>
                </c:pt>
                <c:pt idx="471">
                  <c:v>-0.044</c:v>
                </c:pt>
                <c:pt idx="472">
                  <c:v>0.1288</c:v>
                </c:pt>
                <c:pt idx="473">
                  <c:v>0.2358</c:v>
                </c:pt>
                <c:pt idx="474">
                  <c:v>0.2392</c:v>
                </c:pt>
                <c:pt idx="475">
                  <c:v>0.1448</c:v>
                </c:pt>
                <c:pt idx="476">
                  <c:v>-0.0005</c:v>
                </c:pt>
                <c:pt idx="477">
                  <c:v>-0.1284</c:v>
                </c:pt>
                <c:pt idx="478">
                  <c:v>-0.1785</c:v>
                </c:pt>
                <c:pt idx="479">
                  <c:v>-0.1236</c:v>
                </c:pt>
                <c:pt idx="480">
                  <c:v>0.0182</c:v>
                </c:pt>
                <c:pt idx="481">
                  <c:v>0.1918</c:v>
                </c:pt>
                <c:pt idx="482">
                  <c:v>0.328</c:v>
                </c:pt>
                <c:pt idx="483">
                  <c:v>0.373</c:v>
                </c:pt>
                <c:pt idx="484">
                  <c:v>0.3113</c:v>
                </c:pt>
                <c:pt idx="485">
                  <c:v>0.1722</c:v>
                </c:pt>
                <c:pt idx="486">
                  <c:v>0.0174</c:v>
                </c:pt>
                <c:pt idx="487">
                  <c:v>-0.0854</c:v>
                </c:pt>
                <c:pt idx="488">
                  <c:v>-0.0909</c:v>
                </c:pt>
                <c:pt idx="489">
                  <c:v>0.0043</c:v>
                </c:pt>
                <c:pt idx="490">
                  <c:v>0.1602</c:v>
                </c:pt>
                <c:pt idx="491">
                  <c:v>0.3107</c:v>
                </c:pt>
                <c:pt idx="492">
                  <c:v>0.3913</c:v>
                </c:pt>
                <c:pt idx="493">
                  <c:v>0.3666</c:v>
                </c:pt>
                <c:pt idx="494">
                  <c:v>0.2455</c:v>
                </c:pt>
                <c:pt idx="495">
                  <c:v>0.0772</c:v>
                </c:pt>
                <c:pt idx="496">
                  <c:v>-0.0696</c:v>
                </c:pt>
                <c:pt idx="497">
                  <c:v>-0.136</c:v>
                </c:pt>
                <c:pt idx="498">
                  <c:v>-0.0975</c:v>
                </c:pt>
                <c:pt idx="499">
                  <c:v>0.0251</c:v>
                </c:pt>
                <c:pt idx="500">
                  <c:v>0.1749</c:v>
                </c:pt>
                <c:pt idx="501">
                  <c:v>0.2829</c:v>
                </c:pt>
                <c:pt idx="502">
                  <c:v>0.2973</c:v>
                </c:pt>
                <c:pt idx="503">
                  <c:v>0.2057</c:v>
                </c:pt>
                <c:pt idx="504">
                  <c:v>0.0399</c:v>
                </c:pt>
                <c:pt idx="505">
                  <c:v>-0.1369</c:v>
                </c:pt>
                <c:pt idx="506">
                  <c:v>-0.2575</c:v>
                </c:pt>
                <c:pt idx="507">
                  <c:v>-0.2789</c:v>
                </c:pt>
                <c:pt idx="508">
                  <c:v>-0.2008</c:v>
                </c:pt>
                <c:pt idx="509">
                  <c:v>-0.0653</c:v>
                </c:pt>
                <c:pt idx="510">
                  <c:v>0.0606</c:v>
                </c:pt>
                <c:pt idx="511">
                  <c:v>0.1137</c:v>
                </c:pt>
                <c:pt idx="512">
                  <c:v>0.0612</c:v>
                </c:pt>
                <c:pt idx="513">
                  <c:v>-0.0849</c:v>
                </c:pt>
                <c:pt idx="514">
                  <c:v>-0.2735</c:v>
                </c:pt>
                <c:pt idx="515">
                  <c:v>-0.4354</c:v>
                </c:pt>
                <c:pt idx="516">
                  <c:v>-0.5132</c:v>
                </c:pt>
                <c:pt idx="517">
                  <c:v>-0.4853</c:v>
                </c:pt>
                <c:pt idx="518">
                  <c:v>-0.3753</c:v>
                </c:pt>
                <c:pt idx="519">
                  <c:v>-0.2416</c:v>
                </c:pt>
                <c:pt idx="520">
                  <c:v>-0.153</c:v>
                </c:pt>
                <c:pt idx="521">
                  <c:v>-0.1592</c:v>
                </c:pt>
                <c:pt idx="522">
                  <c:v>-0.2696</c:v>
                </c:pt>
                <c:pt idx="523">
                  <c:v>-0.4497</c:v>
                </c:pt>
                <c:pt idx="524">
                  <c:v>-0.6352</c:v>
                </c:pt>
                <c:pt idx="525">
                  <c:v>-0.7596</c:v>
                </c:pt>
                <c:pt idx="526">
                  <c:v>-0.7824</c:v>
                </c:pt>
                <c:pt idx="527">
                  <c:v>-0.7059</c:v>
                </c:pt>
                <c:pt idx="528">
                  <c:v>-0.5748</c:v>
                </c:pt>
                <c:pt idx="529">
                  <c:v>-0.4566</c:v>
                </c:pt>
                <c:pt idx="530">
                  <c:v>-0.4134</c:v>
                </c:pt>
                <c:pt idx="531">
                  <c:v>-0.4751</c:v>
                </c:pt>
                <c:pt idx="532">
                  <c:v>-0.6271</c:v>
                </c:pt>
                <c:pt idx="533">
                  <c:v>-0.8159</c:v>
                </c:pt>
                <c:pt idx="534">
                  <c:v>-0.9725</c:v>
                </c:pt>
                <c:pt idx="535">
                  <c:v>-1.0411</c:v>
                </c:pt>
                <c:pt idx="536">
                  <c:v>-1.003</c:v>
                </c:pt>
                <c:pt idx="537">
                  <c:v>-0.8845</c:v>
                </c:pt>
                <c:pt idx="538">
                  <c:v>-0.7457</c:v>
                </c:pt>
                <c:pt idx="539">
                  <c:v>-0.6548</c:v>
                </c:pt>
                <c:pt idx="540">
                  <c:v>-0.6596</c:v>
                </c:pt>
                <c:pt idx="541">
                  <c:v>-0.7666</c:v>
                </c:pt>
                <c:pt idx="542">
                  <c:v>-0.9385</c:v>
                </c:pt>
                <c:pt idx="543">
                  <c:v>-1.1102</c:v>
                </c:pt>
                <c:pt idx="544">
                  <c:v>-1.2161</c:v>
                </c:pt>
                <c:pt idx="545">
                  <c:v>-1.2181</c:v>
                </c:pt>
                <c:pt idx="546">
                  <c:v>-1.1216</c:v>
                </c:pt>
                <c:pt idx="547">
                  <c:v>-0.9735</c:v>
                </c:pt>
                <c:pt idx="548">
                  <c:v>-0.842</c:v>
                </c:pt>
                <c:pt idx="549">
                  <c:v>-0.7878</c:v>
                </c:pt>
                <c:pt idx="550">
                  <c:v>-0.8381</c:v>
                </c:pt>
                <c:pt idx="551">
                  <c:v>-0.9754</c:v>
                </c:pt>
                <c:pt idx="552">
                  <c:v>-1.1445</c:v>
                </c:pt>
                <c:pt idx="553">
                  <c:v>-1.2765</c:v>
                </c:pt>
                <c:pt idx="554">
                  <c:v>-1.3172</c:v>
                </c:pt>
                <c:pt idx="555">
                  <c:v>-1.2511</c:v>
                </c:pt>
                <c:pt idx="556">
                  <c:v>-1.1072</c:v>
                </c:pt>
                <c:pt idx="557">
                  <c:v>-0.947</c:v>
                </c:pt>
                <c:pt idx="558">
                  <c:v>-0.8385</c:v>
                </c:pt>
                <c:pt idx="559">
                  <c:v>-0.8271</c:v>
                </c:pt>
                <c:pt idx="560">
                  <c:v>-0.9164</c:v>
                </c:pt>
                <c:pt idx="561">
                  <c:v>-1.0668</c:v>
                </c:pt>
                <c:pt idx="562">
                  <c:v>-1.2123</c:v>
                </c:pt>
                <c:pt idx="563">
                  <c:v>-1.2883</c:v>
                </c:pt>
                <c:pt idx="564">
                  <c:v>-1.2592</c:v>
                </c:pt>
                <c:pt idx="565">
                  <c:v>-1.1338</c:v>
                </c:pt>
                <c:pt idx="566">
                  <c:v>-0.9609</c:v>
                </c:pt>
                <c:pt idx="567">
                  <c:v>-0.8092</c:v>
                </c:pt>
                <c:pt idx="568">
                  <c:v>-0.7381</c:v>
                </c:pt>
                <c:pt idx="569">
                  <c:v>-0.772</c:v>
                </c:pt>
                <c:pt idx="570">
                  <c:v>-0.8906</c:v>
                </c:pt>
                <c:pt idx="571">
                  <c:v>-1.0372</c:v>
                </c:pt>
                <c:pt idx="572">
                  <c:v>-1.1426</c:v>
                </c:pt>
                <c:pt idx="573">
                  <c:v>-1.1551</c:v>
                </c:pt>
                <c:pt idx="574">
                  <c:v>-1.0618</c:v>
                </c:pt>
                <c:pt idx="575">
                  <c:v>-0.8946</c:v>
                </c:pt>
                <c:pt idx="576">
                  <c:v>-0.7164</c:v>
                </c:pt>
                <c:pt idx="577">
                  <c:v>-0.5944</c:v>
                </c:pt>
                <c:pt idx="578">
                  <c:v>-0.572</c:v>
                </c:pt>
                <c:pt idx="579">
                  <c:v>-0.6498</c:v>
                </c:pt>
                <c:pt idx="580">
                  <c:v>-0.7858</c:v>
                </c:pt>
                <c:pt idx="581">
                  <c:v>-0.9132</c:v>
                </c:pt>
                <c:pt idx="582">
                  <c:v>-0.9686</c:v>
                </c:pt>
                <c:pt idx="583">
                  <c:v>-0.9191</c:v>
                </c:pt>
                <c:pt idx="584">
                  <c:v>-0.7763</c:v>
                </c:pt>
                <c:pt idx="585">
                  <c:v>-0.5913</c:v>
                </c:pt>
                <c:pt idx="586">
                  <c:v>-0.4331</c:v>
                </c:pt>
                <c:pt idx="587">
                  <c:v>-0.3594</c:v>
                </c:pt>
                <c:pt idx="588">
                  <c:v>-0.3919</c:v>
                </c:pt>
                <c:pt idx="589">
                  <c:v>-0.5075</c:v>
                </c:pt>
                <c:pt idx="590">
                  <c:v>-0.6477</c:v>
                </c:pt>
                <c:pt idx="591">
                  <c:v>-0.7439</c:v>
                </c:pt>
                <c:pt idx="592">
                  <c:v>-0.7461</c:v>
                </c:pt>
                <c:pt idx="593">
                  <c:v>-0.6444</c:v>
                </c:pt>
                <c:pt idx="594">
                  <c:v>-0.4735</c:v>
                </c:pt>
                <c:pt idx="595">
                  <c:v>-0.2973</c:v>
                </c:pt>
                <c:pt idx="596">
                  <c:v>-0.1825</c:v>
                </c:pt>
                <c:pt idx="597">
                  <c:v>-0.1697</c:v>
                </c:pt>
                <c:pt idx="598">
                  <c:v>-0.2569</c:v>
                </c:pt>
                <c:pt idx="599">
                  <c:v>-0.3996</c:v>
                </c:pt>
                <c:pt idx="600">
                  <c:v>-0.5303</c:v>
                </c:pt>
                <c:pt idx="601">
                  <c:v>-0.5869</c:v>
                </c:pt>
                <c:pt idx="602">
                  <c:v>-0.5391</c:v>
                </c:pt>
                <c:pt idx="603">
                  <c:v>-0.4013</c:v>
                </c:pt>
                <c:pt idx="604">
                  <c:v>-0.2267</c:v>
                </c:pt>
                <c:pt idx="605">
                  <c:v>-0.0844</c:v>
                </c:pt>
                <c:pt idx="606">
                  <c:v>-0.0302</c:v>
                </c:pt>
                <c:pt idx="607">
                  <c:v>-0.0832</c:v>
                </c:pt>
                <c:pt idx="608">
                  <c:v>-0.2172</c:v>
                </c:pt>
                <c:pt idx="609">
                  <c:v>-0.3723</c:v>
                </c:pt>
                <c:pt idx="610">
                  <c:v>-0.4801</c:v>
                </c:pt>
                <c:pt idx="611">
                  <c:v>-0.4928</c:v>
                </c:pt>
                <c:pt idx="612">
                  <c:v>-0.4034</c:v>
                </c:pt>
                <c:pt idx="613">
                  <c:v>-0.2489</c:v>
                </c:pt>
                <c:pt idx="614">
                  <c:v>-0.0945</c:v>
                </c:pt>
                <c:pt idx="615">
                  <c:v>-0.0057</c:v>
                </c:pt>
                <c:pt idx="616">
                  <c:v>-0.0209</c:v>
                </c:pt>
                <c:pt idx="617">
                  <c:v>-0.1348</c:v>
                </c:pt>
                <c:pt idx="618">
                  <c:v>-0.3008</c:v>
                </c:pt>
                <c:pt idx="619">
                  <c:v>-0.4506</c:v>
                </c:pt>
                <c:pt idx="620">
                  <c:v>-0.5235</c:v>
                </c:pt>
                <c:pt idx="621">
                  <c:v>-0.4918</c:v>
                </c:pt>
                <c:pt idx="622">
                  <c:v>-0.3728</c:v>
                </c:pt>
                <c:pt idx="623">
                  <c:v>-0.2216</c:v>
                </c:pt>
                <c:pt idx="624">
                  <c:v>-0.107</c:v>
                </c:pt>
                <c:pt idx="625">
                  <c:v>-0.0833</c:v>
                </c:pt>
                <c:pt idx="626">
                  <c:v>-0.1662</c:v>
                </c:pt>
                <c:pt idx="627">
                  <c:v>-0.3271</c:v>
                </c:pt>
                <c:pt idx="628">
                  <c:v>-0.5045</c:v>
                </c:pt>
                <c:pt idx="629">
                  <c:v>-0.6302</c:v>
                </c:pt>
                <c:pt idx="630">
                  <c:v>-0.6588</c:v>
                </c:pt>
                <c:pt idx="631">
                  <c:v>-0.5861</c:v>
                </c:pt>
                <c:pt idx="632">
                  <c:v>-0.4516</c:v>
                </c:pt>
                <c:pt idx="633">
                  <c:v>-0.3214</c:v>
                </c:pt>
                <c:pt idx="634">
                  <c:v>-0.2598</c:v>
                </c:pt>
                <c:pt idx="635">
                  <c:v>-0.3028</c:v>
                </c:pt>
                <c:pt idx="636">
                  <c:v>-0.442</c:v>
                </c:pt>
                <c:pt idx="637">
                  <c:v>-0.6285</c:v>
                </c:pt>
                <c:pt idx="638">
                  <c:v>-0.7936</c:v>
                </c:pt>
                <c:pt idx="639">
                  <c:v>-0.878</c:v>
                </c:pt>
                <c:pt idx="640">
                  <c:v>-0.8568</c:v>
                </c:pt>
                <c:pt idx="641">
                  <c:v>-0.7501</c:v>
                </c:pt>
                <c:pt idx="642">
                  <c:v>-0.6145</c:v>
                </c:pt>
                <c:pt idx="643">
                  <c:v>-0.5191</c:v>
                </c:pt>
                <c:pt idx="644">
                  <c:v>-0.5158</c:v>
                </c:pt>
                <c:pt idx="645">
                  <c:v>-0.6177</c:v>
                </c:pt>
                <c:pt idx="646">
                  <c:v>-0.7932</c:v>
                </c:pt>
                <c:pt idx="647">
                  <c:v>-0.9796</c:v>
                </c:pt>
                <c:pt idx="648">
                  <c:v>-1.1094</c:v>
                </c:pt>
                <c:pt idx="649">
                  <c:v>-1.1391</c:v>
                </c:pt>
                <c:pt idx="650">
                  <c:v>-1.0679</c:v>
                </c:pt>
                <c:pt idx="651">
                  <c:v>-0.9375</c:v>
                </c:pt>
                <c:pt idx="652">
                  <c:v>-0.8146</c:v>
                </c:pt>
                <c:pt idx="653">
                  <c:v>-0.7627</c:v>
                </c:pt>
                <c:pt idx="654">
                  <c:v>-0.815</c:v>
                </c:pt>
                <c:pt idx="655">
                  <c:v>-0.9602</c:v>
                </c:pt>
                <c:pt idx="656">
                  <c:v>-1.1474</c:v>
                </c:pt>
                <c:pt idx="657">
                  <c:v>-1.3075</c:v>
                </c:pt>
                <c:pt idx="658">
                  <c:v>-1.3828</c:v>
                </c:pt>
                <c:pt idx="659">
                  <c:v>-1.3512</c:v>
                </c:pt>
                <c:pt idx="660">
                  <c:v>-1.2357</c:v>
                </c:pt>
                <c:pt idx="661">
                  <c:v>-1.0946</c:v>
                </c:pt>
                <c:pt idx="662">
                  <c:v>-0.9966</c:v>
                </c:pt>
                <c:pt idx="663">
                  <c:v>-0.9919</c:v>
                </c:pt>
                <c:pt idx="664">
                  <c:v>-1.0905</c:v>
                </c:pt>
                <c:pt idx="665">
                  <c:v>-1.2582</c:v>
                </c:pt>
                <c:pt idx="666">
                  <c:v>-1.4311</c:v>
                </c:pt>
                <c:pt idx="667">
                  <c:v>-1.5425</c:v>
                </c:pt>
                <c:pt idx="668">
                  <c:v>-1.5515</c:v>
                </c:pt>
                <c:pt idx="669">
                  <c:v>-1.46</c:v>
                </c:pt>
                <c:pt idx="670">
                  <c:v>-1.3122</c:v>
                </c:pt>
                <c:pt idx="671">
                  <c:v>-1.1756</c:v>
                </c:pt>
                <c:pt idx="672">
                  <c:v>-1.1126</c:v>
                </c:pt>
                <c:pt idx="673">
                  <c:v>-1.1535</c:v>
                </c:pt>
                <c:pt idx="674">
                  <c:v>-1.2843</c:v>
                </c:pt>
                <c:pt idx="675">
                  <c:v>-1.4521</c:v>
                </c:pt>
                <c:pt idx="676">
                  <c:v>-1.5877</c:v>
                </c:pt>
                <c:pt idx="677">
                  <c:v>-1.6353</c:v>
                </c:pt>
                <c:pt idx="678">
                  <c:v>-1.5755</c:v>
                </c:pt>
                <c:pt idx="679">
                  <c:v>-1.4342</c:v>
                </c:pt>
                <c:pt idx="680">
                  <c:v>-1.2714</c:v>
                </c:pt>
                <c:pt idx="681">
                  <c:v>-1.1554</c:v>
                </c:pt>
                <c:pt idx="682">
                  <c:v>-1.1343</c:v>
                </c:pt>
                <c:pt idx="683">
                  <c:v>-1.2153</c:v>
                </c:pt>
                <c:pt idx="684">
                  <c:v>-1.3618</c:v>
                </c:pt>
                <c:pt idx="685">
                  <c:v>-1.5087</c:v>
                </c:pt>
                <c:pt idx="686">
                  <c:v>-1.5904</c:v>
                </c:pt>
                <c:pt idx="687">
                  <c:v>-1.5683</c:v>
                </c:pt>
                <c:pt idx="688">
                  <c:v>-1.4474</c:v>
                </c:pt>
                <c:pt idx="689">
                  <c:v>-1.2744</c:v>
                </c:pt>
                <c:pt idx="690">
                  <c:v>-1.1172</c:v>
                </c:pt>
                <c:pt idx="691">
                  <c:v>-1.037</c:v>
                </c:pt>
                <c:pt idx="692">
                  <c:v>-1.0615</c:v>
                </c:pt>
                <c:pt idx="693">
                  <c:v>-1.1738</c:v>
                </c:pt>
                <c:pt idx="694">
                  <c:v>-1.3192</c:v>
                </c:pt>
                <c:pt idx="695">
                  <c:v>-1.4285</c:v>
                </c:pt>
                <c:pt idx="696">
                  <c:v>-1.4477</c:v>
                </c:pt>
                <c:pt idx="697">
                  <c:v>-1.3604</c:v>
                </c:pt>
                <c:pt idx="698">
                  <c:v>-1.1954</c:v>
                </c:pt>
                <c:pt idx="699">
                  <c:v>-1.014</c:v>
                </c:pt>
                <c:pt idx="700">
                  <c:v>-0.8843</c:v>
                </c:pt>
                <c:pt idx="701">
                  <c:v>-0.852</c:v>
                </c:pt>
                <c:pt idx="702">
                  <c:v>-0.9216</c:v>
                </c:pt>
                <c:pt idx="703">
                  <c:v>-1.0538</c:v>
                </c:pt>
                <c:pt idx="704">
                  <c:v>-1.1828</c:v>
                </c:pt>
                <c:pt idx="705">
                  <c:v>-1.2439</c:v>
                </c:pt>
                <c:pt idx="706">
                  <c:v>-1.2011</c:v>
                </c:pt>
                <c:pt idx="707">
                  <c:v>-1.0626</c:v>
                </c:pt>
                <c:pt idx="708">
                  <c:v>-0.8769</c:v>
                </c:pt>
                <c:pt idx="709">
                  <c:v>-0.7127</c:v>
                </c:pt>
                <c:pt idx="710">
                  <c:v>-0.6296</c:v>
                </c:pt>
                <c:pt idx="711">
                  <c:v>-0.6527</c:v>
                </c:pt>
                <c:pt idx="712">
                  <c:v>-0.7621</c:v>
                </c:pt>
                <c:pt idx="713">
                  <c:v>-0.9013</c:v>
                </c:pt>
                <c:pt idx="714">
                  <c:v>-1.0015</c:v>
                </c:pt>
                <c:pt idx="715">
                  <c:v>-1.0102</c:v>
                </c:pt>
                <c:pt idx="716">
                  <c:v>-0.9143</c:v>
                </c:pt>
                <c:pt idx="717">
                  <c:v>-0.7451</c:v>
                </c:pt>
                <c:pt idx="718">
                  <c:v>-0.5652</c:v>
                </c:pt>
                <c:pt idx="719">
                  <c:v>-0.4421</c:v>
                </c:pt>
                <c:pt idx="720">
                  <c:v>-0.4194</c:v>
                </c:pt>
                <c:pt idx="721">
                  <c:v>-0.4984</c:v>
                </c:pt>
                <c:pt idx="722">
                  <c:v>-0.6375</c:v>
                </c:pt>
                <c:pt idx="723">
                  <c:v>-0.77</c:v>
                </c:pt>
                <c:pt idx="724">
                  <c:v>-0.8323</c:v>
                </c:pt>
                <c:pt idx="725">
                  <c:v>-0.7909</c:v>
                </c:pt>
                <c:pt idx="726">
                  <c:v>-0.657</c:v>
                </c:pt>
                <c:pt idx="727">
                  <c:v>-0.4811</c:v>
                </c:pt>
                <c:pt idx="728">
                  <c:v>-0.3324</c:v>
                </c:pt>
                <c:pt idx="729">
                  <c:v>-0.2686</c:v>
                </c:pt>
                <c:pt idx="730">
                  <c:v>-0.3121</c:v>
                </c:pt>
                <c:pt idx="731">
                  <c:v>-0.44</c:v>
                </c:pt>
                <c:pt idx="732">
                  <c:v>-0.5944</c:v>
                </c:pt>
                <c:pt idx="733">
                  <c:v>-0.7063</c:v>
                </c:pt>
                <c:pt idx="734">
                  <c:v>-0.7254</c:v>
                </c:pt>
                <c:pt idx="735">
                  <c:v>-0.6414</c:v>
                </c:pt>
                <c:pt idx="736">
                  <c:v>-0.4882</c:v>
                </c:pt>
                <c:pt idx="737">
                  <c:v>-0.3296</c:v>
                </c:pt>
                <c:pt idx="738">
                  <c:v>-0.2323</c:v>
                </c:pt>
                <c:pt idx="739">
                  <c:v>-0.2374</c:v>
                </c:pt>
                <c:pt idx="740">
                  <c:v>-0.3433</c:v>
                </c:pt>
                <c:pt idx="741">
                  <c:v>-0.5059</c:v>
                </c:pt>
                <c:pt idx="742">
                  <c:v>-0.6577</c:v>
                </c:pt>
                <c:pt idx="743">
                  <c:v>-0.7363</c:v>
                </c:pt>
                <c:pt idx="744">
                  <c:v>-0.711</c:v>
                </c:pt>
                <c:pt idx="745">
                  <c:v>-0.5955</c:v>
                </c:pt>
                <c:pt idx="746">
                  <c:v>-0.4425</c:v>
                </c:pt>
                <c:pt idx="747">
                  <c:v>-0.3212</c:v>
                </c:pt>
                <c:pt idx="748">
                  <c:v>-0.2876</c:v>
                </c:pt>
                <c:pt idx="749">
                  <c:v>-0.3612</c:v>
                </c:pt>
                <c:pt idx="750">
                  <c:v>-0.5163</c:v>
                </c:pt>
                <c:pt idx="751">
                  <c:v>-0.6931</c:v>
                </c:pt>
                <c:pt idx="752">
                  <c:v>-0.8232</c:v>
                </c:pt>
                <c:pt idx="753">
                  <c:v>-0.8583</c:v>
                </c:pt>
                <c:pt idx="754">
                  <c:v>-0.7908</c:v>
                </c:pt>
                <c:pt idx="755">
                  <c:v>-0.6572</c:v>
                </c:pt>
                <c:pt idx="756">
                  <c:v>-0.5224</c:v>
                </c:pt>
                <c:pt idx="757">
                  <c:v>-0.4521</c:v>
                </c:pt>
                <c:pt idx="758">
                  <c:v>-0.485</c:v>
                </c:pt>
                <c:pt idx="759">
                  <c:v>-0.6163</c:v>
                </c:pt>
                <c:pt idx="760">
                  <c:v>-0.7998</c:v>
                </c:pt>
                <c:pt idx="761">
                  <c:v>-0.9672</c:v>
                </c:pt>
                <c:pt idx="762">
                  <c:v>-1.0575</c:v>
                </c:pt>
                <c:pt idx="763">
                  <c:v>-1.0426</c:v>
                </c:pt>
                <c:pt idx="764">
                  <c:v>-0.9391</c:v>
                </c:pt>
                <c:pt idx="765">
                  <c:v>-0.8015</c:v>
                </c:pt>
                <c:pt idx="766">
                  <c:v>-0.699</c:v>
                </c:pt>
                <c:pt idx="767">
                  <c:v>-0.6858</c:v>
                </c:pt>
                <c:pt idx="768">
                  <c:v>-0.7785</c:v>
                </c:pt>
                <c:pt idx="769">
                  <c:v>-0.9486</c:v>
                </c:pt>
                <c:pt idx="770">
                  <c:v>-1.1349</c:v>
                </c:pt>
                <c:pt idx="771">
                  <c:v>-1.2692</c:v>
                </c:pt>
                <c:pt idx="772">
                  <c:v>-1.3056</c:v>
                </c:pt>
                <c:pt idx="773">
                  <c:v>-1.2393</c:v>
                </c:pt>
                <c:pt idx="774">
                  <c:v>-1.1094</c:v>
                </c:pt>
                <c:pt idx="775">
                  <c:v>-0.9817</c:v>
                </c:pt>
                <c:pt idx="776">
                  <c:v>-0.921</c:v>
                </c:pt>
                <c:pt idx="777">
                  <c:v>-0.9633</c:v>
                </c:pt>
                <c:pt idx="778">
                  <c:v>-1.101</c:v>
                </c:pt>
                <c:pt idx="779">
                  <c:v>-1.2855</c:v>
                </c:pt>
                <c:pt idx="780">
                  <c:v>-1.4483</c:v>
                </c:pt>
                <c:pt idx="781">
                  <c:v>-1.5296</c:v>
                </c:pt>
                <c:pt idx="782">
                  <c:v>-1.5042</c:v>
                </c:pt>
                <c:pt idx="783">
                  <c:v>-1.3917</c:v>
                </c:pt>
                <c:pt idx="784">
                  <c:v>-1.2483</c:v>
                </c:pt>
                <c:pt idx="785">
                  <c:v>-1.143</c:v>
                </c:pt>
                <c:pt idx="786">
                  <c:v>-1.1284</c:v>
                </c:pt>
                <c:pt idx="787">
                  <c:v>-1.2179</c:v>
                </c:pt>
                <c:pt idx="788">
                  <c:v>-1.3805</c:v>
                </c:pt>
                <c:pt idx="789">
                  <c:v>-1.5537</c:v>
                </c:pt>
                <c:pt idx="790">
                  <c:v>-1.67</c:v>
                </c:pt>
                <c:pt idx="791">
                  <c:v>-1.6856</c:v>
                </c:pt>
                <c:pt idx="792">
                  <c:v>-1.5989</c:v>
                </c:pt>
                <c:pt idx="793">
                  <c:v>-1.4514</c:v>
                </c:pt>
                <c:pt idx="794">
                  <c:v>-1.3097</c:v>
                </c:pt>
                <c:pt idx="795">
                  <c:v>-1.2375</c:v>
                </c:pt>
                <c:pt idx="796">
                  <c:v>-1.2685</c:v>
                </c:pt>
                <c:pt idx="797">
                  <c:v>-1.3921</c:v>
                </c:pt>
                <c:pt idx="798">
                  <c:v>-1.5576</c:v>
                </c:pt>
                <c:pt idx="799">
                  <c:v>-1.6963</c:v>
                </c:pt>
                <c:pt idx="800">
                  <c:v>-1.75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los puntos 2 (Cauchy–Weierstrass) y 3 (Riemann–Cantor). Cada dato lleva una cita numerada que coincide con el documento PDF; la lista completa de fuentes con enlaces está al final. Las «lecturas epistemológicas» son interpretación y se señalan como tales.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Euler (1736) resolvió el problema de los puentes de Königsberg atendiendo solo a la conexión [31]. Fréchet (1906) introdujo los espacios métricos abstractos [32] y Hausdorff (1914) axiomatizó el espacio topológico [33]. Nuestros puntos, 2 y 3, son el puente: primero el rigor del análisis y después la pregunta por el espacio.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Cauchy escribió el Cours d’analyse (1821) a partir de su curso en la École Polytechnique; en el prefacio declara buscar el rigor de la geometría sin apoyarse en la «generalidad del álgebra» [1]. Define límite, infinitésimo (variable con límite cero) y, con ello, la continuidad. Publica allí su criterio de convergencia [2]. En 1825 formula el teorema integral para funciones holomorfas [3, 4]; la primera prueba completa es de Goursat. Matiz: no hay en Cauchy una definición ε–δ formal [5].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Weierstrass enseñó en Berlín desde 1856 y publicó poco: su influencia pasó por sus lecciones [7]. Su programa fue aritmetizar el análisis. En 1841 usó el término «convergencia uniforme» (su maestro Gudermann había observado el fenómeno en 1838) [6]. En sus lecciones de 1861 aparece la definición ε–δ en su forma actual; Bolzano la había anticipado en 1817 [5, 8]. En 1870 objetó el principio de Dirichlet que usaba Riemann [11, 12], y el 18 de julio de 1872 presentó una función continua sin derivada en ningún punto [10]. El gráfico es solo una suma parcial ilustrativa: la suma parcial sí es derivable; la no derivabilidad es de la serie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 interpretación. Idea: el rigor del siglo XIX responde a casos en que la intuición geométrica engaña. Cautela: la historia lineal de Cauchy a Weierstrass es discutida por historiadores (Borovik y Katz, 2012) [13].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Guion: «Cauchy y Weierstrass dieron al análisis un lenguaje exacto, pero trabajaban sobre un escenario que nadie cuestionaba: la recta y el plano. El paso siguiente fue preguntar por el propio espacio». Puentes documentados: Cantor fue alumno de Weierstrass en Berlín [14]; construyó los reales con sucesiones de Cauchy [15]; Weierstrass objetó en 1870 el principio de Dirichlet que usaba Riemann [12]. Puente conceptual (interpretación): el teorema integral de Cauchy depende de la región [4], y Riemann convirtió la conectividad de esa región en objeto de estudio [16].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Riemann escribió su tesis en 1851 bajo la supervisión formal de Gauss: definió las superficies que llevan su nombre, estudió la conectividad de las superficies e introdujo métodos topológicos en la teoría de funciones [17, 16]. En la lección del 10 de junio de 1854 introdujo la noción de variedad [18, 19]. En 1857 midió la conectividad mediante cortes; Clebsch llamó «género» a ese número en 1865 [20]. Con Betti (1871) y Poincaré (1895) esa línea lleva a los números de Betti [21, 22]. Matiz: murió en 1866.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Cantor estudió en Berlín con Kronecker, Kummer y Weierstrass [14]. Heine le propuso la unicidad de la representación por series trigonométricas; lo probó hacia abril de 1870 [23] usando resultados de Riemann [24]. En 1872 definió punto límite y conjunto derivado [25, 26] y construyó los reales con «series fundamentales» [15]. En 1874 probó que los reales no son numerables [27]. En 1877 halló una biyección entre segmento y cuadrado («Je le vois, mais je ne le crois pas», carta a Dedekind del 29 de junio) [28]; Dedekind respondió que la dimensión solo se conserva con biyecciones continuas; Brouwer lo probó en 1911 [29]. En 1883 definió el continuo como conjunto perfecto y conexo y presentó el conjunto ternario [30].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Resumen de los cuatro personajes; las fuentes de cada dato están en las diapositivas anteriores y en el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Euler (1736) [31]; Fréchet (1906) [32]; Hausdorff (1914) [33]. La frase final es una síntesis interpretativa.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idéntica a la del documento PDF de los puntos 2 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Numeración idéntica a la del documento PDF de los puntos 2 y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Cours_d%27analyse" TargetMode="External"/><Relationship Id="rId2" Type="http://schemas.openxmlformats.org/officeDocument/2006/relationships/hyperlink" Target="https://en.wikipedia.org/wiki/Cauchy%27s_convergence_test" TargetMode="External"/><Relationship Id="rId3" Type="http://schemas.openxmlformats.org/officeDocument/2006/relationships/hyperlink" Target="https://arxiv.org/abs/2311.16649" TargetMode="External"/><Relationship Id="rId4" Type="http://schemas.openxmlformats.org/officeDocument/2006/relationships/hyperlink" Target="https://en.wikipedia.org/wiki/Cauchy%27s_integral_theorem" TargetMode="External"/><Relationship Id="rId5" Type="http://schemas.openxmlformats.org/officeDocument/2006/relationships/hyperlink" Target="https://encyclopedia.pub/entry/35788" TargetMode="External"/><Relationship Id="rId6" Type="http://schemas.openxmlformats.org/officeDocument/2006/relationships/hyperlink" Target="https://en.wikipedia.org/wiki/Uniform_convergence" TargetMode="External"/><Relationship Id="rId7" Type="http://schemas.openxmlformats.org/officeDocument/2006/relationships/hyperlink" Target="https://www.britannica.com/biography/Karl-Weierstrass" TargetMode="External"/><Relationship Id="rId8" Type="http://schemas.openxmlformats.org/officeDocument/2006/relationships/hyperlink" Target="https://arxiv.org/abs/1502.06942" TargetMode="External"/><Relationship Id="rId9" Type="http://schemas.openxmlformats.org/officeDocument/2006/relationships/hyperlink" Target="https://en.wikipedia.org/wiki/Bolzano%E2%80%93Weierstrass_theorem" TargetMode="External"/><Relationship Id="rId10" Type="http://schemas.openxmlformats.org/officeDocument/2006/relationships/hyperlink" Target="https://www.quantamagazine.org/the-jagged-monstrous-function-that-broke-calculus-20250123/" TargetMode="External"/><Relationship Id="rId11" Type="http://schemas.openxmlformats.org/officeDocument/2006/relationships/hyperlink" Target="https://en.wikipedia.org/wiki/Dirichlet%27s_principle" TargetMode="External"/><Relationship Id="rId12" Type="http://schemas.openxmlformats.org/officeDocument/2006/relationships/hyperlink" Target="https://arxiv.org/abs/math/0305022" TargetMode="External"/><Relationship Id="rId13" Type="http://schemas.openxmlformats.org/officeDocument/2006/relationships/hyperlink" Target="https://arxiv.org/abs/1108.2885" TargetMode="External"/><Relationship Id="rId14" Type="http://schemas.openxmlformats.org/officeDocument/2006/relationships/hyperlink" Target="https://www.encyclopedia.com/humanities/encyclopedias-almanacs-transcripts-and-maps/cantor-georg-1845-1918" TargetMode="External"/><Relationship Id="rId15" Type="http://schemas.openxmlformats.org/officeDocument/2006/relationships/hyperlink" Target="https://www.encyclopedia.com/people/science-and-technology/mathematics-biographies/georg-cantor" TargetMode="External"/><Relationship Id="rId16" Type="http://schemas.openxmlformats.org/officeDocument/2006/relationships/hyperlink" Target="https://mathshistory.st-andrews.ac.uk/Biographies/Riemann/" TargetMode="External"/><Relationship Id="rId17" Type="http://schemas.openxmlformats.org/officeDocument/2006/relationships/hyperlink" Target="https://www.encyclopedia.com/people/science-and-technology/mathematics-biographies/bernhard-riemann" TargetMode="External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mis.de/classics/Riemann/Geom.pdf" TargetMode="External"/><Relationship Id="rId2" Type="http://schemas.openxmlformats.org/officeDocument/2006/relationships/hyperlink" Target="https://www.aps.org/apsnews/2013/06/riemanns-curved-space" TargetMode="External"/><Relationship Id="rId3" Type="http://schemas.openxmlformats.org/officeDocument/2006/relationships/hyperlink" Target="https://www.sciencedirect.com/science/article/pii/S0315086020300239" TargetMode="External"/><Relationship Id="rId4" Type="http://schemas.openxmlformats.org/officeDocument/2006/relationships/hyperlink" Target="https://faculty.math.illinois.edu/K-theory/0245/" TargetMode="External"/><Relationship Id="rId5" Type="http://schemas.openxmlformats.org/officeDocument/2006/relationships/hyperlink" Target="https://www.britannica.com/biography/Enrico-Betti" TargetMode="External"/><Relationship Id="rId6" Type="http://schemas.openxmlformats.org/officeDocument/2006/relationships/hyperlink" Target="https://mathshistory.st-andrews.ac.uk/Biographies/Cantor/" TargetMode="External"/><Relationship Id="rId7" Type="http://schemas.openxmlformats.org/officeDocument/2006/relationships/hyperlink" Target="https://www.pma.caltech.edu/documents/5627/uniqueness.pdf" TargetMode="External"/><Relationship Id="rId8" Type="http://schemas.openxmlformats.org/officeDocument/2006/relationships/hyperlink" Target="https://eudml.org/doc/156562" TargetMode="External"/><Relationship Id="rId9" Type="http://schemas.openxmlformats.org/officeDocument/2006/relationships/hyperlink" Target="https://www.academia.edu/81674037/MathDL_Georg_Cantor_at_the_Dawn_of_Point_Set_Topology" TargetMode="External"/><Relationship Id="rId10" Type="http://schemas.openxmlformats.org/officeDocument/2006/relationships/hyperlink" Target="https://encyclopedia.pub/entry/32557" TargetMode="External"/><Relationship Id="rId11" Type="http://schemas.openxmlformats.org/officeDocument/2006/relationships/hyperlink" Target="https://www.nku.edu/~longa/classes/mat115/days/resources/Infinity/AMM-March11_Cantor.pdf" TargetMode="External"/><Relationship Id="rId12" Type="http://schemas.openxmlformats.org/officeDocument/2006/relationships/hyperlink" Target="https://dspace.library.uu.nl/bitstream/handle/1874/90/c1.pdf" TargetMode="External"/><Relationship Id="rId13" Type="http://schemas.openxmlformats.org/officeDocument/2006/relationships/hyperlink" Target="https://arxiv.org/abs/2506.13103" TargetMode="External"/><Relationship Id="rId14" Type="http://schemas.openxmlformats.org/officeDocument/2006/relationships/hyperlink" Target="https://historyofinformation.com/detail.php?id=3406" TargetMode="External"/><Relationship Id="rId15" Type="http://schemas.openxmlformats.org/officeDocument/2006/relationships/hyperlink" Target="https://www.ebsco.com/research-starters/history/frechet-introduces-concept-abstract-space" TargetMode="External"/><Relationship Id="rId16" Type="http://schemas.openxmlformats.org/officeDocument/2006/relationships/hyperlink" Target="https://www.britannica.com/topic/Grundzuge-der-Mengenlehre" TargetMode="External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058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GÉNESIS DE LA MATEMÁTICA · PUNTOS 2 Y 3 DE LA PRESENTACIÓN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límite al espacio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514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 y Weierstrass (siglo XIX) · Riemann y Cantor (finales del siglo XIX)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3474720"/>
            <a:ext cx="914400" cy="91440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1789–1857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017520" y="3474720"/>
            <a:ext cx="914400" cy="91440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752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Weierstrass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1815–1897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3474720"/>
            <a:ext cx="914400" cy="91440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1208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93776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1826–1866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06640" y="3474720"/>
            <a:ext cx="914400" cy="91440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06640" y="3474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480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Cantor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48006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1845–1918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486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E3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Cauchy y Weierstrass precisaron qué significa acercarse a un punto; Riemann y Cantor se preguntaron cómo es el espacio en el que uno se acerca.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encajan los puntos 2 y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1736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Euler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Puentes de Königsberg: solo importa la conexión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98382" y="2788920"/>
            <a:ext cx="182880" cy="182880"/>
          </a:xfrm>
          <a:prstGeom prst="rightArrow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19324" y="17373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2204" y="1920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0220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42284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Siglo XIX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002204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 y Weierstrass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3002204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del análisis: límite, continuidad, ε–δ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69066" y="2788920"/>
            <a:ext cx="182880" cy="182880"/>
          </a:xfrm>
          <a:prstGeom prst="rightArrow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0008" y="17373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72888" y="192024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7288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5D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912968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del XIX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272888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 y Cantor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272888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global del espacio y conjuntos de puntos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139750" y="2788920"/>
            <a:ext cx="182880" cy="182880"/>
          </a:xfrm>
          <a:prstGeom prst="rightArrow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60691" y="17373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571" y="1920240"/>
            <a:ext cx="502920" cy="502920"/>
          </a:xfrm>
          <a:prstGeom prst="ellipse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543571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183651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1906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543571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Fréchet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543571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Espacios métricos abstractos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410433" y="2788920"/>
            <a:ext cx="182880" cy="182880"/>
          </a:xfrm>
          <a:prstGeom prst="rightArrow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631375" y="173736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2F4F6"/>
          </a:solidFill>
          <a:ln w="12700">
            <a:solidFill>
              <a:srgbClr val="D9DDE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14255" y="1920240"/>
            <a:ext cx="502920" cy="502920"/>
          </a:xfrm>
          <a:prstGeom prst="ellipse">
            <a:avLst/>
          </a:prstGeom>
          <a:solidFill>
            <a:srgbClr val="5F6773"/>
          </a:solidFill>
          <a:ln w="12700">
            <a:solidFill>
              <a:srgbClr val="5F677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14255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454335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1914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814255" y="26060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Hausdorff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9814255" y="320040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Axiomas de espacio topológico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548640" y="443484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4892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2 aporta el lenguaje riguroso: límite, continuidad, convergencia. </a:t>
            </a:r>
            <a:pPr indent="0" marL="0">
              <a:buNone/>
            </a:pPr>
            <a:r>
              <a:rPr lang="en-US" sz="16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3 lleva ese rigor al espacio mismo: su forma global (Riemann) y su estructura punto a punto (Cantor). </a:t>
            </a:r>
            <a:pPr indent="0" marL="0">
              <a:buNone/>
            </a:pPr>
            <a:r>
              <a:rPr lang="en-US" sz="16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Fréchet y Hausdorff abstraen después esos conceptos.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Euler [31]; Fréchet [32]; Hausdorff [33] (lista completa con enlaces al final)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· SIGLO XIX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Cauchy: definir el límite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05840" cy="100584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1645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Augustin-Louis Cauchy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1789–1857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E0EEEC"/>
          </a:solidFill>
          <a:ln w="12700">
            <a:solidFill>
              <a:srgbClr val="E0EEE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LÍMITE (1821)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4290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«Cuando los valores atribuidos sucesivamente a una variable se aproximan indefinidamente a un valor fijo, hasta diferir de él tan poco como se quiera, ese valor fijo se llama el límite de todos los demás».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5532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d’analyse [1]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600200"/>
            <a:ext cx="3558388" cy="173736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1821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240280"/>
            <a:ext cx="3101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d’analyse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587752"/>
            <a:ext cx="3101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«todo el rigor que se exige en geometría», sin la «generalidad del álgebra». [1]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84668" y="1600200"/>
            <a:ext cx="3558388" cy="173736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313268" y="17830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1821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8313268" y="2240280"/>
            <a:ext cx="3101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e infinitésimo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13268" y="2587752"/>
            <a:ext cx="3101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Infinitésimo: variable cuyo límite es cero; con esa noción formula la continuidad. [1]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251960" y="3611880"/>
            <a:ext cx="3558388" cy="173736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1821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251960"/>
            <a:ext cx="3101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convergencia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599432"/>
            <a:ext cx="3101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el Cours d’analyse: origen de las hoy llamadas sucesiones de Cauchy. [2]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084668" y="3611880"/>
            <a:ext cx="3558388" cy="1737360"/>
          </a:xfrm>
          <a:prstGeom prst="roundRect">
            <a:avLst>
              <a:gd name="adj" fmla="val 4211"/>
            </a:avLst>
          </a:prstGeom>
          <a:solidFill>
            <a:srgbClr val="F2F4F6"/>
          </a:solidFill>
          <a:ln w="12700">
            <a:solidFill>
              <a:srgbClr val="F2F4F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13268" y="3794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E6B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1825</a:t>
            </a:r>
            <a:endParaRPr lang="en-US" sz="2400" dirty="0"/>
          </a:p>
        </p:txBody>
      </p:sp>
      <p:sp>
        <p:nvSpPr>
          <p:cNvPr id="26" name="Text 24"/>
          <p:cNvSpPr txBox="1"/>
          <p:nvPr/>
        </p:nvSpPr>
        <p:spPr>
          <a:xfrm>
            <a:off x="8313268" y="4251960"/>
            <a:ext cx="310118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integral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313268" y="4599432"/>
            <a:ext cx="31011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una función holomorfa, la integral depende solo de los extremos del camino. [3, 4]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251960" y="5486400"/>
            <a:ext cx="7391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Cauchy no dio una definición ε–δ formal, aunque usó ε y δ en algunas pruebas [5]; su teorema de 1821 sobre sumas de funciones continuas recibió objeciones de Abel en 1826 [6].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[1] [2] [3, 4] [5] [6] (lista completa con enlaces al final)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· SIGLO XIX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Weierstrass: aritmetizar el análisis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920240"/>
            <a:ext cx="8875532" cy="0"/>
          </a:xfrm>
          <a:prstGeom prst="line">
            <a:avLst/>
          </a:prstGeom>
          <a:noFill/>
          <a:ln w="25400">
            <a:solidFill>
              <a:srgbClr val="D9DD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822960" cy="82296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51460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uniforme: acuña «gleichmäßig konvergent» (publicado en 1894). [6]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67523" y="1508760"/>
            <a:ext cx="822960" cy="82296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7523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1856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767523" y="251460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Enseña en Berlín (Gewerbeinstitut y Universidad); su obra circula por sus lecciones. [7]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6406" y="1508760"/>
            <a:ext cx="822960" cy="82296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6406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86406" y="251460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con la definición ε–δ de límite en su forma actual (notas de Schwarz). [5, 8]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205289" y="1508760"/>
            <a:ext cx="822960" cy="82296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05289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1870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205289" y="251460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Contraejemplo: el principio de Dirichlet, usado por Riemann, no está garantizado. [11, 12]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24172" y="1508760"/>
            <a:ext cx="822960" cy="82296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24172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1872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424172" y="2514600"/>
            <a:ext cx="1944563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continua sin derivada en ningún punto (18 de julio, Academia de Berlín). [10]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931920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E0EEEC"/>
          </a:solidFill>
          <a:ln w="12700">
            <a:solidFill>
              <a:srgbClr val="E0EEE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Aritmetización del análisis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Fundar el análisis en un desarrollo riguroso de los números reales, reduciendo su dependencia de la geometría [7].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Bolzano–Weierstrass</a:t>
            </a:r>
            <a:endParaRPr lang="en-US" sz="1600" dirty="0"/>
          </a:p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conjunto infinito y acotado de reales tiene un punto límite (Bolzano lo probó en 1817) [9].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035040" y="3886200"/>
          <a:ext cx="5608015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 txBox="1"/>
          <p:nvPr/>
        </p:nvSpPr>
        <p:spPr>
          <a:xfrm>
            <a:off x="6035040" y="5806440"/>
            <a:ext cx="56080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 parcial (3 términos) de Σ aⁿ cos(bⁿπx), con a = 0,5 y b = 13: la serie completa es continua pero no derivable en ningún punto.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[6] [7] [5, 8] [9] [11, 12] [10] (lista completa con enlaces al final)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2 · LECTURA EPISTEMOLÓGICA (INTERPRETACIÓN, NO DATO)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rigor se gana cuando la intuición falla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731520" cy="73152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212848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cambia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17520"/>
            <a:ext cx="4632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imagen geométrica a la definición aritmética. La función de Weierstrass (1872) muestra que «continuo» no implica «liso» [10]: la imagen ya no basta para decidir qué es verdad.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78728" y="1737360"/>
            <a:ext cx="5364328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44488" y="2103120"/>
            <a:ext cx="731520" cy="731520"/>
          </a:xfrm>
          <a:prstGeom prst="ellipse">
            <a:avLst/>
          </a:prstGeom>
          <a:solidFill>
            <a:srgbClr val="1E6B66"/>
          </a:solidFill>
          <a:ln w="12700">
            <a:solidFill>
              <a:srgbClr val="1E6B6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44488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604608" y="2212848"/>
            <a:ext cx="3718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Cautela historiográfica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6644488" y="3017520"/>
            <a:ext cx="46328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relato «Cauchy prepara, Weierstrass culmina» se discute: Borovik y Katz sostienen que leer a Cauchy «como si ya hubiera leído a Weierstrass» es anacrónico, porque Cauchy razonaba con infinitésimos [13].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0EEEC"/>
          </a:solidFill>
          <a:ln w="12700">
            <a:solidFill>
              <a:srgbClr val="E0EEE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502920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para la clase: </a:t>
            </a:r>
            <a:pPr indent="0" marL="0">
              <a:buNone/>
            </a:pPr>
            <a:r>
              <a:rPr lang="en-US" sz="1700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imagen geométrica puede engañar, ¿qué nos autoriza a afirmar una propiedad del espacio? El punto 3 empieza justamente ahí.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[10] [13] (lista completa con enlaces al final)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TRANSICIÓN AL PUNTO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rigor del límite a la pregunta por el espacio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CCF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 · WEIERSTRASS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significa acercarse a un punto?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715000" y="2331720"/>
            <a:ext cx="731520" cy="457200"/>
          </a:xfrm>
          <a:prstGeom prst="rightArrow">
            <a:avLst/>
          </a:prstGeom>
          <a:solidFill>
            <a:srgbClr val="E3A26B"/>
          </a:solidFill>
          <a:ln w="12700">
            <a:solidFill>
              <a:srgbClr val="E3A26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737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A2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RIEMANN · CANTOR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057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es el espacio en el que uno se acerca?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PUENTES DOCUMENTADOS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2A3847"/>
          </a:solidFill>
          <a:ln w="12700">
            <a:solidFill>
              <a:srgbClr val="2A38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4480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Cantor se formó en Berlín con Weierstrass [14]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38218" y="429768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2A3847"/>
          </a:solidFill>
          <a:ln w="12700">
            <a:solidFill>
              <a:srgbClr val="2A384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2538" y="4480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Cantor construye los números reales con sucesiones de Cauchy (1872) [15]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27797" y="429768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2A3847"/>
          </a:solidFill>
          <a:ln w="12700">
            <a:solidFill>
              <a:srgbClr val="2A384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2117" y="44805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3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Weierstrass exige rigor a los argumentos de Riemann (1870) [12]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[14] [15] [12] (lista completa con enlaces al final)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 · FINALES DEL SIGLO XIX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Riemann: la forma global del espacio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822960" cy="82296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2763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Superficies de Riemann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9339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en Gotinga (supervisión formal de Gauss): superficies para funciones complejas; estudia su conectividad [17, 16].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822960" cy="82296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9260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1854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077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Variedades de varias dimensiones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2735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Lección de habilitación del 10 de junio: noción de variedad (Mannigfaltigkeit) [18, 19].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822960" cy="822960"/>
          </a:xfrm>
          <a:prstGeom prst="ellipse">
            <a:avLst/>
          </a:prstGeom>
          <a:solidFill>
            <a:srgbClr val="2F5D8A"/>
          </a:solidFill>
          <a:ln w="12700">
            <a:solidFill>
              <a:srgbClr val="2F5D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1857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8795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y género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5371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conectividad con cortes; Clebsch llama «género» a ese número (1865) [20]. Raíz de los números de Betti [21].</a:t>
            </a:r>
            <a:endParaRPr lang="en-US" sz="1350" dirty="0"/>
          </a:p>
        </p:txBody>
      </p:sp>
      <p:pic>
        <p:nvPicPr>
          <p:cNvPr id="16" name="Image 0" descr="/home/user/CANTOR-RIEMAN/presentacion/img/to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1645920"/>
            <a:ext cx="4142232" cy="266090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0" y="4434840"/>
            <a:ext cx="41422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Ilustración didáctica (no tomada de Riemann): el anillo azul y el naranja son dos cortes que vuelven simplemente conexo al toro (género 1).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Riemann murió en 1866; lo «de fin de siglo» es su recepción: Betti (1871) y Poincaré (1895) [21, 22].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[17, 16] [18, 19] [20] [21, 22] (lista completa con enlaces al final)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3 · FINALES DEL SIGLO XIX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Cantor: la estructura fina del espacio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1870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5361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problema de origen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019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Heine le plantea la unicidad de las series trigonométricas; usa dos resultados de Riemann [23, 24].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97480"/>
            <a:ext cx="822960" cy="82296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97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6791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límite y conjunto derivado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0449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P′ reúne los puntos límite de P; construye los reales con sucesiones de Cauchy [25, 26, 15].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822960" cy="82296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1877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221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la dimensión?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1879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no numerables (1874) [27]. Biyección segmento–cuadrado; Dedekind: solo con continuidad; Brouwer, 1911 [28, 29].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822960" cy="822960"/>
          </a:xfrm>
          <a:prstGeom prst="ellipse">
            <a:avLst/>
          </a:prstGeom>
          <a:solidFill>
            <a:srgbClr val="B5652B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983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1883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965192"/>
            <a:ext cx="5669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 y conjunto ternario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330952"/>
            <a:ext cx="5669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 = perfecto + conexo; conjunto perfecto sin intervalos (antecedente: Smith, 1875) [30].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772400" y="1737360"/>
            <a:ext cx="3870655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0" y="2240280"/>
            <a:ext cx="129021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52837" y="2240280"/>
            <a:ext cx="129021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2743200"/>
            <a:ext cx="430073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4" name="Shape 22"/>
          <p:cNvSpPr/>
          <p:nvPr/>
        </p:nvSpPr>
        <p:spPr>
          <a:xfrm>
            <a:off x="8632546" y="2743200"/>
            <a:ext cx="430073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52837" y="2743200"/>
            <a:ext cx="430073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1212982" y="2743200"/>
            <a:ext cx="430073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0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8" name="Shape 26"/>
          <p:cNvSpPr/>
          <p:nvPr/>
        </p:nvSpPr>
        <p:spPr>
          <a:xfrm>
            <a:off x="8059115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29" name="Shape 27"/>
          <p:cNvSpPr/>
          <p:nvPr/>
        </p:nvSpPr>
        <p:spPr>
          <a:xfrm>
            <a:off x="8632546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0" name="Shape 28"/>
          <p:cNvSpPr/>
          <p:nvPr/>
        </p:nvSpPr>
        <p:spPr>
          <a:xfrm>
            <a:off x="8919261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1" name="Shape 29"/>
          <p:cNvSpPr/>
          <p:nvPr/>
        </p:nvSpPr>
        <p:spPr>
          <a:xfrm>
            <a:off x="10352837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2" name="Shape 30"/>
          <p:cNvSpPr/>
          <p:nvPr/>
        </p:nvSpPr>
        <p:spPr>
          <a:xfrm>
            <a:off x="10639552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12982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4" name="Shape 32"/>
          <p:cNvSpPr/>
          <p:nvPr/>
        </p:nvSpPr>
        <p:spPr>
          <a:xfrm>
            <a:off x="11499698" y="3246120"/>
            <a:ext cx="143358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0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6" name="Shape 34"/>
          <p:cNvSpPr/>
          <p:nvPr/>
        </p:nvSpPr>
        <p:spPr>
          <a:xfrm>
            <a:off x="7867972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7" name="Shape 35"/>
          <p:cNvSpPr/>
          <p:nvPr/>
        </p:nvSpPr>
        <p:spPr>
          <a:xfrm>
            <a:off x="8059115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8" name="Shape 36"/>
          <p:cNvSpPr/>
          <p:nvPr/>
        </p:nvSpPr>
        <p:spPr>
          <a:xfrm>
            <a:off x="8154687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39" name="Shape 37"/>
          <p:cNvSpPr/>
          <p:nvPr/>
        </p:nvSpPr>
        <p:spPr>
          <a:xfrm>
            <a:off x="8632546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0" name="Shape 38"/>
          <p:cNvSpPr/>
          <p:nvPr/>
        </p:nvSpPr>
        <p:spPr>
          <a:xfrm>
            <a:off x="8728117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1" name="Shape 39"/>
          <p:cNvSpPr/>
          <p:nvPr/>
        </p:nvSpPr>
        <p:spPr>
          <a:xfrm>
            <a:off x="8919261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2" name="Shape 40"/>
          <p:cNvSpPr/>
          <p:nvPr/>
        </p:nvSpPr>
        <p:spPr>
          <a:xfrm>
            <a:off x="9014833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3" name="Shape 41"/>
          <p:cNvSpPr/>
          <p:nvPr/>
        </p:nvSpPr>
        <p:spPr>
          <a:xfrm>
            <a:off x="10352837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4" name="Shape 42"/>
          <p:cNvSpPr/>
          <p:nvPr/>
        </p:nvSpPr>
        <p:spPr>
          <a:xfrm>
            <a:off x="10448409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639552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6" name="Shape 44"/>
          <p:cNvSpPr/>
          <p:nvPr/>
        </p:nvSpPr>
        <p:spPr>
          <a:xfrm>
            <a:off x="10735124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7" name="Shape 45"/>
          <p:cNvSpPr/>
          <p:nvPr/>
        </p:nvSpPr>
        <p:spPr>
          <a:xfrm>
            <a:off x="11212982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8" name="Shape 46"/>
          <p:cNvSpPr/>
          <p:nvPr/>
        </p:nvSpPr>
        <p:spPr>
          <a:xfrm>
            <a:off x="11308554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49" name="Shape 47"/>
          <p:cNvSpPr/>
          <p:nvPr/>
        </p:nvSpPr>
        <p:spPr>
          <a:xfrm>
            <a:off x="11499698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50" name="Shape 48"/>
          <p:cNvSpPr/>
          <p:nvPr/>
        </p:nvSpPr>
        <p:spPr>
          <a:xfrm>
            <a:off x="11595269" y="3749040"/>
            <a:ext cx="47786" cy="228600"/>
          </a:xfrm>
          <a:prstGeom prst="rect">
            <a:avLst/>
          </a:prstGeom>
          <a:solidFill>
            <a:srgbClr val="B5652B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768096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11460175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772400" y="4617720"/>
            <a:ext cx="38706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etapas del conjunto ternario: se quita siempre el tercio central. Queda un conjunto perfecto y no numerable, pero sin un solo intervalo.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[23, 24] [25, 26, 15] [27] [28, 29] [30] (lista completa con enlaces al final)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hizo cada uno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846320"/>
                <a:gridCol w="451073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QUIÉN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HIZO (SELECCIÓN)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QUÉ IMPORTA PARA LA TOPOLOGÍA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Cauchy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Límite, infinitésimo y continuidad (1821); criterio de convergencia; teorema integral (1825)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el lenguaje de la convergencia y muestra que la integral depende de la región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6B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Weierstrass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ε–δ (1861); convergencia uniforme; Bolzano–Weierstrass; función sin derivada (1872)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Aritmetiza el análisis y separa la verdad de la intuición geométrica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F5D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Riemann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Superficies y conectividad (1851); variedades (1854); cortes y género (1857)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Estudia la forma global: raíz de la topología algebraica (Betti, Poincaré)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9A4E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límite y conjunto derivado (1872); numerabilidad (1874); dimensión (1877); continuo (1883)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A3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 el vocabulario de la topología de conjuntos que abstraen Fréchet y Hausdorff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73152" marB="73152" anchor="ctr">
                    <a:lnL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los conceptos topológicos nacen resolviendo problemas del análisis (funciones multivaluadas, series trigonométricas) y después se independizan de ellos.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ver diapositivas 3, 4, 7 y 8 (lista completa con enlaces al final)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2A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 CON LOS PUNTOS 1, 4 Y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Euler a Hausdorff, pasando por el siglo XIX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914400" cy="914400"/>
          </a:xfrm>
          <a:prstGeom prst="ellipse">
            <a:avLst/>
          </a:prstGeom>
          <a:solidFill>
            <a:srgbClr val="C9CFD6"/>
          </a:solidFill>
          <a:ln w="12700">
            <a:solidFill>
              <a:srgbClr val="C9CF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1736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874520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Euler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32714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Puentes de Königsberg: el resultado depende solo de la conexión, no de las longitudes [31].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68698" y="1691640"/>
            <a:ext cx="914400" cy="914400"/>
          </a:xfrm>
          <a:prstGeom prst="ellipse">
            <a:avLst/>
          </a:prstGeom>
          <a:solidFill>
            <a:srgbClr val="E3A26B"/>
          </a:solidFill>
          <a:ln w="12700">
            <a:solidFill>
              <a:srgbClr val="E3A2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68698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1906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65978" y="1874520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Fréchet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4368698" y="2788920"/>
            <a:ext cx="32714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Tesis Sur quelques points du calcul fonctionnel: espacios métricos abstractos y compacidad [32].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88757" y="1691640"/>
            <a:ext cx="914400" cy="914400"/>
          </a:xfrm>
          <a:prstGeom prst="ellipse">
            <a:avLst/>
          </a:prstGeom>
          <a:solidFill>
            <a:srgbClr val="8CCFC7"/>
          </a:solidFill>
          <a:ln w="12700">
            <a:solidFill>
              <a:srgbClr val="8CCFC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8757" y="1691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1914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286037" y="1874520"/>
            <a:ext cx="23570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3EF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Hausdorff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188757" y="2788920"/>
            <a:ext cx="32714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Grundzüge der Mengenlehre: axiomatiza el espacio topológico mediante entornos [33].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54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E3A2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Riemann preguntó por la forma del espacio; Cantor, por sus puntos. Fréchet y Hausdorff convirtieron esas preguntas en definiciones abstractas.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38251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[31] [32] [33] (lista completa con enlaces al final)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C9C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 enlace (1/2)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Wikipedia (en). «Cours d'analyse».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https://en.wikipedia.org/wiki/Cours_d%27analyse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Wikipedia (en). «Cauchy's convergence test».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https://en.wikipedia.org/wiki/Cauchy%27s_convergence_test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 historical review of the Cauchy-Riemann equations and the Cauchy Theorem. arXiv:2311.16649.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https://arxiv.org/abs/2311.16649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Wikipedia (en). «Cauchy's integral theorem».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https://en.wikipedia.org/wiki/Cauchy%27s_integral_theorem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Encyclopedia MDPI. «(ε, δ)-Definition of Limit».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https://encyclopedia.pub/entry/35788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Wikipedia (en). «Uniform convergence» (sección de historia).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https://en.wikipedia.org/wiki/Uniform_convergence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Encyclopaedia Britannica. «Karl Weierstrass».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https://www.britannica.com/biography/Karl-Weierstrass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Sinkevich, G. I. «On the history of epsilontics». arXiv:1502.06942.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https://arxiv.org/abs/1502.06942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Wikipedia (en). «Bolzano–Weierstrass theorem».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https://en.wikipedia.org/wiki/Bolzano%E2%80%93Weierstrass_theorem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Quanta Magazine (2025). «The Jagged, Monstrous Function That Broke Calculus».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https://www.quantamagazine.org/the-jagged-monstrous-function-that-broke-calculus-20250123/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Wikipedia (en). «Dirichlet's principle».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https://en.wikipedia.org/wiki/Dirichlet%27s_principle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«“Algebraic truths” vs “geometric fantasies”: Weierstrass' response to Riemann». arXiv:math/0305022.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https://arxiv.org/abs/math/0305022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Borovik, A. y Katz, M. G. (2012). «Who gave you the Cauchy–Weierstrass tale? The dual history of rigorous calculus». Foundations of Science, 17(3), 245–276. arXiv:1108.2885.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https://arxiv.org/abs/1108.2885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Encyclopedia.com. «Cantor, Georg (1845–1918)».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https://www.encyclopedia.com/humanities/encyclopedias-almanacs-transcripts-and-maps/cantor-georg-1845-1918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Encyclopedia.com. «Georg Cantor» (construcción de los reales con «series fundamentales»).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https://www.encyclopedia.com/people/science-and-technology/mathematics-biographies/georg-cantor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MacTutor History of Mathematics. «Bernhard Riemann» (biografía).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https://mathshistory.st-andrews.ac.uk/Biographies/Riemann/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Encyclopedia.com. «Riemann, Georg Friedrich Bernhard».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https://www.encyclopedia.com/people/science-and-technology/mathematics-biographies/bernhard-riemann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A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Fuentes con enlace (2/2)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9441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Riemann, B. (1854). «Über die Hypothesen, welche der Geometrie zu Grunde liegen». Texto en EMIS.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https://www.emis.de/classics/Riemann/Geom.pdf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APS News (2013). «June 10, 1854: Riemann's classic lecture on curved space».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https://www.aps.org/apsnews/2013/06/riemanns-curved-space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Historia Mathematica (2020). «Are the genre and the Geschlecht one and the same number? An inquiry into Alfred Clebsch's Geschlecht».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https://www.sciencedirect.com/science/article/pii/S0315086020300239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Weibel, C. A. «History of Homological Algebra».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https://faculty.math.illinois.edu/K-theory/0245/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Encyclopaedia Britannica. «Enrico Betti».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https://www.britannica.com/biography/Enrico-Betti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MacTutor History of Mathematics. «Georg Cantor» (biografía).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https://mathshistory.st-andrews.ac.uk/Biographies/Cantor/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Kechris, A. S. «Set theory and uniqueness for trigonometric series». Caltech.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https://www.pma.caltech.edu/documents/5627/uniqueness.pdf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Cantor, G. (1872). «Über die Ausdehnung eines Satzes aus der Theorie der trigonometrischen Reihen». Mathematische Annalen, 5, 123–132 (EuDML).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https://eudml.org/doc/156562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[26] MathDL (MAA). «Georg Cantor at the Dawn of Point-Set Topology» (copia en Academia.edu).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https://www.academia.edu/81674037/MathDL_Georg_Cantor_at_the_Dawn_of_Point_Set_Topology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[27] Encyclopedia MDPI. «Georg Cantor's First Set Theory Article».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https://encyclopedia.pub/entry/32557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[28] Gouvêa, F. Q. (2011). «Was Cantor surprised?». The American Mathematical Monthly, 118(3).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https://www.nku.edu/~longa/classes/mat115/days/resources/Infinity/AMM-March11_Cantor.pdf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[29] «Chapter 1: Sets and the continuum before 1907». Tesis, Universidad de Utrecht.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https://dspace.library.uu.nl/bitstream/handle/1874/90/c1.pdf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[30] «Descriptions of Cantor Sets: A Set-Theoretic Survey and Open Problems». arXiv:2506.13103.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https://arxiv.org/abs/2506.13103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[31] History of Information. «Leonhard Euler publishes the problem of the Königsberg bridges».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https://historyofinformation.com/detail.php?id=3406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[32] EBSCO Research Starters. «Fréchet introduces the concept of abstract space».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https://www.ebsco.com/research-starters/history/frechet-introduces-concept-abstract-space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2A3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[33] Encyclopaedia Britannica. «Grundzüge der Mengenlehre». </a:t>
            </a:r>
            <a:pPr indent="0" marL="0">
              <a:spcAft>
                <a:spcPts val="400"/>
              </a:spcAft>
              <a:buNone/>
            </a:pPr>
            <a:r>
              <a:rPr lang="en-US" sz="1200" u="sng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https://www.britannica.com/topic/Grundzuge-der-Mengenlehre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 límite al espacio: Cauchy, Weierstrass, Riemann y Cantor</dc:title>
  <dc:subject>PptxGenJS Presentation</dc:subject>
  <dc:creator>PptxGenJS</dc:creator>
  <cp:lastModifiedBy>PptxGenJS</cp:lastModifiedBy>
  <cp:revision>1</cp:revision>
  <dcterms:created xsi:type="dcterms:W3CDTF">2026-09-25T01:45:34Z</dcterms:created>
  <dcterms:modified xsi:type="dcterms:W3CDTF">2026-09-25T01:45:34Z</dcterms:modified>
</cp:coreProperties>
</file>